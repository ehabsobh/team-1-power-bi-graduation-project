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2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3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webextensions/webextension1.xml" ContentType="application/vnd.ms-office.webextension+xml"/>
  <Override PartName="/ppt/webextensions/webextension2.xml" ContentType="application/vnd.ms-office.webextension+xml"/>
  <Override PartName="/ppt/webextensions/webextension3.xml" ContentType="application/vnd.ms-office.webextension+xml"/>
  <Override PartName="/ppt/webextensions/webextension4.xml" ContentType="application/vnd.ms-office.webextension+xml"/>
  <Override PartName="/ppt/webextensions/webextension5.xml" ContentType="application/vnd.ms-office.webextension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5"/>
  </p:notesMasterIdLst>
  <p:sldIdLst>
    <p:sldId id="256" r:id="rId3"/>
    <p:sldId id="257" r:id="rId4"/>
    <p:sldId id="284" r:id="rId5"/>
    <p:sldId id="283" r:id="rId6"/>
    <p:sldId id="280" r:id="rId7"/>
    <p:sldId id="269" r:id="rId8"/>
    <p:sldId id="264" r:id="rId9"/>
    <p:sldId id="260" r:id="rId10"/>
    <p:sldId id="270" r:id="rId11"/>
    <p:sldId id="261" r:id="rId12"/>
    <p:sldId id="271" r:id="rId13"/>
    <p:sldId id="262" r:id="rId14"/>
    <p:sldId id="272" r:id="rId15"/>
    <p:sldId id="263" r:id="rId16"/>
    <p:sldId id="273" r:id="rId17"/>
    <p:sldId id="266" r:id="rId18"/>
    <p:sldId id="274" r:id="rId19"/>
    <p:sldId id="287" r:id="rId20"/>
    <p:sldId id="288" r:id="rId21"/>
    <p:sldId id="289" r:id="rId22"/>
    <p:sldId id="290" r:id="rId23"/>
    <p:sldId id="286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B16A877-5FD4-4AB1-98B8-832ED9BB9CE7}" v="57" dt="2025-11-12T14:18:44.0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556" autoAdjust="0"/>
    <p:restoredTop sz="94660"/>
  </p:normalViewPr>
  <p:slideViewPr>
    <p:cSldViewPr snapToGrid="0">
      <p:cViewPr varScale="1">
        <p:scale>
          <a:sx n="87" d="100"/>
          <a:sy n="87" d="100"/>
        </p:scale>
        <p:origin x="86" y="1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microsoft.com/office/2015/10/relationships/revisionInfo" Target="revisionInfo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brahem, Hossam" userId="22ea48e3-bbb2-4ff6-86f3-597b826414ce" providerId="ADAL" clId="{8132EBAE-2688-4673-9D58-D200607642E3}"/>
    <pc:docChg chg="undo redo custSel addSld delSld modSld sldOrd">
      <pc:chgData name="Ibrahem, Hossam" userId="22ea48e3-bbb2-4ff6-86f3-597b826414ce" providerId="ADAL" clId="{8132EBAE-2688-4673-9D58-D200607642E3}" dt="2025-11-07T14:08:57.982" v="819" actId="47"/>
      <pc:docMkLst>
        <pc:docMk/>
      </pc:docMkLst>
      <pc:sldChg chg="addSp delSp modSp mod">
        <pc:chgData name="Ibrahem, Hossam" userId="22ea48e3-bbb2-4ff6-86f3-597b826414ce" providerId="ADAL" clId="{8132EBAE-2688-4673-9D58-D200607642E3}" dt="2025-11-07T13:16:13.199" v="748" actId="1076"/>
        <pc:sldMkLst>
          <pc:docMk/>
          <pc:sldMk cId="2468365832" sldId="256"/>
        </pc:sldMkLst>
        <pc:spChg chg="mod ord">
          <ac:chgData name="Ibrahem, Hossam" userId="22ea48e3-bbb2-4ff6-86f3-597b826414ce" providerId="ADAL" clId="{8132EBAE-2688-4673-9D58-D200607642E3}" dt="2025-11-07T13:16:13.199" v="748" actId="1076"/>
          <ac:spMkLst>
            <pc:docMk/>
            <pc:sldMk cId="2468365832" sldId="256"/>
            <ac:spMk id="2" creationId="{4FC0035B-85F1-F519-31EB-AEA42A57107B}"/>
          </ac:spMkLst>
        </pc:spChg>
        <pc:spChg chg="add">
          <ac:chgData name="Ibrahem, Hossam" userId="22ea48e3-bbb2-4ff6-86f3-597b826414ce" providerId="ADAL" clId="{8132EBAE-2688-4673-9D58-D200607642E3}" dt="2025-10-31T13:43:21.134" v="425" actId="26606"/>
          <ac:spMkLst>
            <pc:docMk/>
            <pc:sldMk cId="2468365832" sldId="256"/>
            <ac:spMk id="85" creationId="{27BDFED6-6E33-4606-AFE2-886ADB1C018E}"/>
          </ac:spMkLst>
        </pc:spChg>
        <pc:spChg chg="add">
          <ac:chgData name="Ibrahem, Hossam" userId="22ea48e3-bbb2-4ff6-86f3-597b826414ce" providerId="ADAL" clId="{8132EBAE-2688-4673-9D58-D200607642E3}" dt="2025-10-31T13:43:21.134" v="425" actId="26606"/>
          <ac:spMkLst>
            <pc:docMk/>
            <pc:sldMk cId="2468365832" sldId="256"/>
            <ac:spMk id="87" creationId="{890DEF05-784E-4B61-89E4-04C4ECF4E5A0}"/>
          </ac:spMkLst>
        </pc:spChg>
        <pc:picChg chg="mod ord">
          <ac:chgData name="Ibrahem, Hossam" userId="22ea48e3-bbb2-4ff6-86f3-597b826414ce" providerId="ADAL" clId="{8132EBAE-2688-4673-9D58-D200607642E3}" dt="2025-10-31T13:44:01.018" v="427" actId="27614"/>
          <ac:picMkLst>
            <pc:docMk/>
            <pc:sldMk cId="2468365832" sldId="256"/>
            <ac:picMk id="5" creationId="{01BECF7C-843A-3376-E102-EDACEA1794D2}"/>
          </ac:picMkLst>
        </pc:picChg>
        <pc:picChg chg="mod">
          <ac:chgData name="Ibrahem, Hossam" userId="22ea48e3-bbb2-4ff6-86f3-597b826414ce" providerId="ADAL" clId="{8132EBAE-2688-4673-9D58-D200607642E3}" dt="2025-10-31T13:44:01.541" v="429" actId="27614"/>
          <ac:picMkLst>
            <pc:docMk/>
            <pc:sldMk cId="2468365832" sldId="256"/>
            <ac:picMk id="7" creationId="{24C43B96-7421-86D0-75EB-18584275DDED}"/>
          </ac:picMkLst>
        </pc:picChg>
        <pc:cxnChg chg="add mod">
          <ac:chgData name="Ibrahem, Hossam" userId="22ea48e3-bbb2-4ff6-86f3-597b826414ce" providerId="ADAL" clId="{8132EBAE-2688-4673-9D58-D200607642E3}" dt="2025-10-31T13:44:01.019" v="428" actId="962"/>
          <ac:cxnSpMkLst>
            <pc:docMk/>
            <pc:sldMk cId="2468365832" sldId="256"/>
            <ac:cxnSpMk id="4" creationId="{14AF55F4-B982-AE99-04DB-43064524040A}"/>
          </ac:cxnSpMkLst>
        </pc:cxnChg>
        <pc:cxnChg chg="add">
          <ac:chgData name="Ibrahem, Hossam" userId="22ea48e3-bbb2-4ff6-86f3-597b826414ce" providerId="ADAL" clId="{8132EBAE-2688-4673-9D58-D200607642E3}" dt="2025-10-31T13:43:21.134" v="425" actId="26606"/>
          <ac:cxnSpMkLst>
            <pc:docMk/>
            <pc:sldMk cId="2468365832" sldId="256"/>
            <ac:cxnSpMk id="89" creationId="{C41BAEC7-F7B0-4224-8B18-8F74B7D87F0B}"/>
          </ac:cxnSpMkLst>
        </pc:cxnChg>
      </pc:sldChg>
      <pc:sldChg chg="addSp delSp modSp mod">
        <pc:chgData name="Ibrahem, Hossam" userId="22ea48e3-bbb2-4ff6-86f3-597b826414ce" providerId="ADAL" clId="{8132EBAE-2688-4673-9D58-D200607642E3}" dt="2025-11-07T13:46:21.022" v="804" actId="20577"/>
        <pc:sldMkLst>
          <pc:docMk/>
          <pc:sldMk cId="404658634" sldId="257"/>
        </pc:sldMkLst>
        <pc:spChg chg="mod">
          <ac:chgData name="Ibrahem, Hossam" userId="22ea48e3-bbb2-4ff6-86f3-597b826414ce" providerId="ADAL" clId="{8132EBAE-2688-4673-9D58-D200607642E3}" dt="2025-10-31T13:42:51.688" v="424" actId="26606"/>
          <ac:spMkLst>
            <pc:docMk/>
            <pc:sldMk cId="404658634" sldId="257"/>
            <ac:spMk id="2" creationId="{B2F9F405-878B-FA26-16BD-3ED7D7B48E49}"/>
          </ac:spMkLst>
        </pc:spChg>
        <pc:spChg chg="add">
          <ac:chgData name="Ibrahem, Hossam" userId="22ea48e3-bbb2-4ff6-86f3-597b826414ce" providerId="ADAL" clId="{8132EBAE-2688-4673-9D58-D200607642E3}" dt="2025-10-31T13:42:51.688" v="424" actId="26606"/>
          <ac:spMkLst>
            <pc:docMk/>
            <pc:sldMk cId="404658634" sldId="257"/>
            <ac:spMk id="108" creationId="{6C4028FD-8BAA-4A19-BFDE-594D991B7552}"/>
          </ac:spMkLst>
        </pc:spChg>
        <pc:graphicFrameChg chg="mod modGraphic">
          <ac:chgData name="Ibrahem, Hossam" userId="22ea48e3-bbb2-4ff6-86f3-597b826414ce" providerId="ADAL" clId="{8132EBAE-2688-4673-9D58-D200607642E3}" dt="2025-11-07T13:46:21.022" v="804" actId="20577"/>
          <ac:graphicFrameMkLst>
            <pc:docMk/>
            <pc:sldMk cId="404658634" sldId="257"/>
            <ac:graphicFrameMk id="103" creationId="{5DC4288A-56D9-C8AF-3184-EA4CB70756D0}"/>
          </ac:graphicFrameMkLst>
        </pc:graphicFrameChg>
      </pc:sldChg>
      <pc:sldChg chg="addSp delSp modSp del mod">
        <pc:chgData name="Ibrahem, Hossam" userId="22ea48e3-bbb2-4ff6-86f3-597b826414ce" providerId="ADAL" clId="{8132EBAE-2688-4673-9D58-D200607642E3}" dt="2025-11-01T14:39:40.942" v="650" actId="47"/>
        <pc:sldMkLst>
          <pc:docMk/>
          <pc:sldMk cId="3495480054" sldId="259"/>
        </pc:sldMkLst>
      </pc:sldChg>
      <pc:sldChg chg="addSp delSp modSp mod setBg">
        <pc:chgData name="Ibrahem, Hossam" userId="22ea48e3-bbb2-4ff6-86f3-597b826414ce" providerId="ADAL" clId="{8132EBAE-2688-4673-9D58-D200607642E3}" dt="2025-10-31T13:40:59.938" v="409" actId="26606"/>
        <pc:sldMkLst>
          <pc:docMk/>
          <pc:sldMk cId="4267074609" sldId="260"/>
        </pc:sldMkLst>
        <pc:spChg chg="mod">
          <ac:chgData name="Ibrahem, Hossam" userId="22ea48e3-bbb2-4ff6-86f3-597b826414ce" providerId="ADAL" clId="{8132EBAE-2688-4673-9D58-D200607642E3}" dt="2025-10-31T13:40:59.938" v="409" actId="26606"/>
          <ac:spMkLst>
            <pc:docMk/>
            <pc:sldMk cId="4267074609" sldId="260"/>
            <ac:spMk id="2" creationId="{1107AC21-6D2D-5BF1-EB84-21B5EC79A31D}"/>
          </ac:spMkLst>
        </pc:spChg>
        <pc:spChg chg="add">
          <ac:chgData name="Ibrahem, Hossam" userId="22ea48e3-bbb2-4ff6-86f3-597b826414ce" providerId="ADAL" clId="{8132EBAE-2688-4673-9D58-D200607642E3}" dt="2025-10-31T13:40:59.938" v="409" actId="26606"/>
          <ac:spMkLst>
            <pc:docMk/>
            <pc:sldMk cId="4267074609" sldId="260"/>
            <ac:spMk id="46" creationId="{BACC6370-2D7E-4714-9D71-7542949D7D5D}"/>
          </ac:spMkLst>
        </pc:spChg>
        <pc:spChg chg="add">
          <ac:chgData name="Ibrahem, Hossam" userId="22ea48e3-bbb2-4ff6-86f3-597b826414ce" providerId="ADAL" clId="{8132EBAE-2688-4673-9D58-D200607642E3}" dt="2025-10-31T13:40:59.938" v="409" actId="26606"/>
          <ac:spMkLst>
            <pc:docMk/>
            <pc:sldMk cId="4267074609" sldId="260"/>
            <ac:spMk id="48" creationId="{F68B3F68-107C-434F-AA38-110D5EA91B85}"/>
          </ac:spMkLst>
        </pc:spChg>
        <pc:spChg chg="add">
          <ac:chgData name="Ibrahem, Hossam" userId="22ea48e3-bbb2-4ff6-86f3-597b826414ce" providerId="ADAL" clId="{8132EBAE-2688-4673-9D58-D200607642E3}" dt="2025-10-31T13:40:59.938" v="409" actId="26606"/>
          <ac:spMkLst>
            <pc:docMk/>
            <pc:sldMk cId="4267074609" sldId="260"/>
            <ac:spMk id="50" creationId="{AAD0DBB9-1A4B-4391-81D4-CB19F9AB918A}"/>
          </ac:spMkLst>
        </pc:spChg>
        <pc:spChg chg="add">
          <ac:chgData name="Ibrahem, Hossam" userId="22ea48e3-bbb2-4ff6-86f3-597b826414ce" providerId="ADAL" clId="{8132EBAE-2688-4673-9D58-D200607642E3}" dt="2025-10-31T13:40:59.938" v="409" actId="26606"/>
          <ac:spMkLst>
            <pc:docMk/>
            <pc:sldMk cId="4267074609" sldId="260"/>
            <ac:spMk id="52" creationId="{063BBA22-50EA-4C4D-BE05-F1CE4E63AA56}"/>
          </ac:spMkLst>
        </pc:spChg>
        <pc:graphicFrameChg chg="mod modGraphic">
          <ac:chgData name="Ibrahem, Hossam" userId="22ea48e3-bbb2-4ff6-86f3-597b826414ce" providerId="ADAL" clId="{8132EBAE-2688-4673-9D58-D200607642E3}" dt="2025-10-31T13:40:59.938" v="409" actId="26606"/>
          <ac:graphicFrameMkLst>
            <pc:docMk/>
            <pc:sldMk cId="4267074609" sldId="260"/>
            <ac:graphicFrameMk id="25" creationId="{669EE9D0-8CE5-6221-477E-ACEF9354DFE7}"/>
          </ac:graphicFrameMkLst>
        </pc:graphicFrameChg>
      </pc:sldChg>
      <pc:sldChg chg="del">
        <pc:chgData name="Ibrahem, Hossam" userId="22ea48e3-bbb2-4ff6-86f3-597b826414ce" providerId="ADAL" clId="{8132EBAE-2688-4673-9D58-D200607642E3}" dt="2025-10-31T12:00:25.964" v="0" actId="2696"/>
        <pc:sldMkLst>
          <pc:docMk/>
          <pc:sldMk cId="3228068915" sldId="264"/>
        </pc:sldMkLst>
      </pc:sldChg>
      <pc:sldChg chg="addSp delSp modSp add mod setBg addAnim">
        <pc:chgData name="Ibrahem, Hossam" userId="22ea48e3-bbb2-4ff6-86f3-597b826414ce" providerId="ADAL" clId="{8132EBAE-2688-4673-9D58-D200607642E3}" dt="2025-11-01T14:15:44.851" v="463" actId="14100"/>
        <pc:sldMkLst>
          <pc:docMk/>
          <pc:sldMk cId="3956859593" sldId="264"/>
        </pc:sldMkLst>
        <pc:spChg chg="mod">
          <ac:chgData name="Ibrahem, Hossam" userId="22ea48e3-bbb2-4ff6-86f3-597b826414ce" providerId="ADAL" clId="{8132EBAE-2688-4673-9D58-D200607642E3}" dt="2025-10-31T13:40:31.243" v="403" actId="26606"/>
          <ac:spMkLst>
            <pc:docMk/>
            <pc:sldMk cId="3956859593" sldId="264"/>
            <ac:spMk id="2" creationId="{0E3076BD-F5CC-76AB-A248-4CF06DCA289D}"/>
          </ac:spMkLst>
        </pc:spChg>
        <pc:spChg chg="add">
          <ac:chgData name="Ibrahem, Hossam" userId="22ea48e3-bbb2-4ff6-86f3-597b826414ce" providerId="ADAL" clId="{8132EBAE-2688-4673-9D58-D200607642E3}" dt="2025-10-31T13:40:31.243" v="403" actId="26606"/>
          <ac:spMkLst>
            <pc:docMk/>
            <pc:sldMk cId="3956859593" sldId="264"/>
            <ac:spMk id="22" creationId="{F0A604E4-7307-451C-93BE-F1F7E1BF3BF8}"/>
          </ac:spMkLst>
        </pc:spChg>
        <pc:spChg chg="add">
          <ac:chgData name="Ibrahem, Hossam" userId="22ea48e3-bbb2-4ff6-86f3-597b826414ce" providerId="ADAL" clId="{8132EBAE-2688-4673-9D58-D200607642E3}" dt="2025-10-31T13:40:31.243" v="403" actId="26606"/>
          <ac:spMkLst>
            <pc:docMk/>
            <pc:sldMk cId="3956859593" sldId="264"/>
            <ac:spMk id="24" creationId="{F7F3A0AA-35E5-4085-942B-737839030604}"/>
          </ac:spMkLst>
        </pc:spChg>
        <pc:spChg chg="add">
          <ac:chgData name="Ibrahem, Hossam" userId="22ea48e3-bbb2-4ff6-86f3-597b826414ce" providerId="ADAL" clId="{8132EBAE-2688-4673-9D58-D200607642E3}" dt="2025-10-31T13:40:31.243" v="403" actId="26606"/>
          <ac:spMkLst>
            <pc:docMk/>
            <pc:sldMk cId="3956859593" sldId="264"/>
            <ac:spMk id="26" creationId="{402F5C38-C747-4173-ABBF-656E39E82130}"/>
          </ac:spMkLst>
        </pc:spChg>
        <pc:spChg chg="add">
          <ac:chgData name="Ibrahem, Hossam" userId="22ea48e3-bbb2-4ff6-86f3-597b826414ce" providerId="ADAL" clId="{8132EBAE-2688-4673-9D58-D200607642E3}" dt="2025-10-31T13:40:31.243" v="403" actId="26606"/>
          <ac:spMkLst>
            <pc:docMk/>
            <pc:sldMk cId="3956859593" sldId="264"/>
            <ac:spMk id="28" creationId="{E37EECFC-A684-4391-AE85-4CDAF5565F61}"/>
          </ac:spMkLst>
        </pc:spChg>
        <pc:picChg chg="mod modCrop">
          <ac:chgData name="Ibrahem, Hossam" userId="22ea48e3-bbb2-4ff6-86f3-597b826414ce" providerId="ADAL" clId="{8132EBAE-2688-4673-9D58-D200607642E3}" dt="2025-11-01T14:15:44.851" v="463" actId="14100"/>
          <ac:picMkLst>
            <pc:docMk/>
            <pc:sldMk cId="3956859593" sldId="264"/>
            <ac:picMk id="9" creationId="{E97A4F55-E689-53B7-F8ED-48356DAC4E13}"/>
          </ac:picMkLst>
        </pc:picChg>
      </pc:sldChg>
      <pc:sldChg chg="addSp delSp modSp add del mod ord setBg">
        <pc:chgData name="Ibrahem, Hossam" userId="22ea48e3-bbb2-4ff6-86f3-597b826414ce" providerId="ADAL" clId="{8132EBAE-2688-4673-9D58-D200607642E3}" dt="2025-11-07T12:16:30.217" v="703" actId="47"/>
        <pc:sldMkLst>
          <pc:docMk/>
          <pc:sldMk cId="1997652585" sldId="267"/>
        </pc:sldMkLst>
      </pc:sldChg>
      <pc:sldChg chg="addSp delSp modSp add del mod ord setBg">
        <pc:chgData name="Ibrahem, Hossam" userId="22ea48e3-bbb2-4ff6-86f3-597b826414ce" providerId="ADAL" clId="{8132EBAE-2688-4673-9D58-D200607642E3}" dt="2025-11-01T14:44:22.268" v="697" actId="47"/>
        <pc:sldMkLst>
          <pc:docMk/>
          <pc:sldMk cId="3231857647" sldId="268"/>
        </pc:sldMkLst>
      </pc:sldChg>
      <pc:sldChg chg="addSp delSp modSp add mod setBg addAnim delAnim">
        <pc:chgData name="Ibrahem, Hossam" userId="22ea48e3-bbb2-4ff6-86f3-597b826414ce" providerId="ADAL" clId="{8132EBAE-2688-4673-9D58-D200607642E3}" dt="2025-11-07T12:14:36.030" v="702" actId="14100"/>
        <pc:sldMkLst>
          <pc:docMk/>
          <pc:sldMk cId="1915959698" sldId="269"/>
        </pc:sldMkLst>
        <pc:spChg chg="mod">
          <ac:chgData name="Ibrahem, Hossam" userId="22ea48e3-bbb2-4ff6-86f3-597b826414ce" providerId="ADAL" clId="{8132EBAE-2688-4673-9D58-D200607642E3}" dt="2025-10-31T13:40:28.166" v="402" actId="26606"/>
          <ac:spMkLst>
            <pc:docMk/>
            <pc:sldMk cId="1915959698" sldId="269"/>
            <ac:spMk id="2" creationId="{F24E9666-C4A9-9235-7D86-947CBD1BB7C4}"/>
          </ac:spMkLst>
        </pc:spChg>
        <pc:spChg chg="add">
          <ac:chgData name="Ibrahem, Hossam" userId="22ea48e3-bbb2-4ff6-86f3-597b826414ce" providerId="ADAL" clId="{8132EBAE-2688-4673-9D58-D200607642E3}" dt="2025-10-31T13:40:28.166" v="402" actId="26606"/>
          <ac:spMkLst>
            <pc:docMk/>
            <pc:sldMk cId="1915959698" sldId="269"/>
            <ac:spMk id="39" creationId="{F0A604E4-7307-451C-93BE-F1F7E1BF3BF8}"/>
          </ac:spMkLst>
        </pc:spChg>
        <pc:spChg chg="add">
          <ac:chgData name="Ibrahem, Hossam" userId="22ea48e3-bbb2-4ff6-86f3-597b826414ce" providerId="ADAL" clId="{8132EBAE-2688-4673-9D58-D200607642E3}" dt="2025-10-31T13:40:28.166" v="402" actId="26606"/>
          <ac:spMkLst>
            <pc:docMk/>
            <pc:sldMk cId="1915959698" sldId="269"/>
            <ac:spMk id="41" creationId="{F7F3A0AA-35E5-4085-942B-737839030604}"/>
          </ac:spMkLst>
        </pc:spChg>
        <pc:spChg chg="add">
          <ac:chgData name="Ibrahem, Hossam" userId="22ea48e3-bbb2-4ff6-86f3-597b826414ce" providerId="ADAL" clId="{8132EBAE-2688-4673-9D58-D200607642E3}" dt="2025-10-31T13:40:28.166" v="402" actId="26606"/>
          <ac:spMkLst>
            <pc:docMk/>
            <pc:sldMk cId="1915959698" sldId="269"/>
            <ac:spMk id="43" creationId="{402F5C38-C747-4173-ABBF-656E39E82130}"/>
          </ac:spMkLst>
        </pc:spChg>
        <pc:spChg chg="add">
          <ac:chgData name="Ibrahem, Hossam" userId="22ea48e3-bbb2-4ff6-86f3-597b826414ce" providerId="ADAL" clId="{8132EBAE-2688-4673-9D58-D200607642E3}" dt="2025-10-31T13:40:28.166" v="402" actId="26606"/>
          <ac:spMkLst>
            <pc:docMk/>
            <pc:sldMk cId="1915959698" sldId="269"/>
            <ac:spMk id="45" creationId="{E37EECFC-A684-4391-AE85-4CDAF5565F61}"/>
          </ac:spMkLst>
        </pc:spChg>
        <pc:picChg chg="add mod ord">
          <ac:chgData name="Ibrahem, Hossam" userId="22ea48e3-bbb2-4ff6-86f3-597b826414ce" providerId="ADAL" clId="{8132EBAE-2688-4673-9D58-D200607642E3}" dt="2025-11-07T12:14:36.030" v="702" actId="14100"/>
          <ac:picMkLst>
            <pc:docMk/>
            <pc:sldMk cId="1915959698" sldId="269"/>
            <ac:picMk id="4" creationId="{C5DD0332-1171-7034-073F-2D9BE5E45DD3}"/>
          </ac:picMkLst>
        </pc:picChg>
      </pc:sldChg>
      <pc:sldChg chg="del">
        <pc:chgData name="Ibrahem, Hossam" userId="22ea48e3-bbb2-4ff6-86f3-597b826414ce" providerId="ADAL" clId="{8132EBAE-2688-4673-9D58-D200607642E3}" dt="2025-10-31T12:00:25.964" v="0" actId="2696"/>
        <pc:sldMkLst>
          <pc:docMk/>
          <pc:sldMk cId="2859435361" sldId="269"/>
        </pc:sldMkLst>
      </pc:sldChg>
      <pc:sldChg chg="addSp delSp modSp mod">
        <pc:chgData name="Ibrahem, Hossam" userId="22ea48e3-bbb2-4ff6-86f3-597b826414ce" providerId="ADAL" clId="{8132EBAE-2688-4673-9D58-D200607642E3}" dt="2025-10-31T13:41:50.574" v="422" actId="1076"/>
        <pc:sldMkLst>
          <pc:docMk/>
          <pc:sldMk cId="76116658" sldId="270"/>
        </pc:sldMkLst>
        <pc:spChg chg="mod">
          <ac:chgData name="Ibrahem, Hossam" userId="22ea48e3-bbb2-4ff6-86f3-597b826414ce" providerId="ADAL" clId="{8132EBAE-2688-4673-9D58-D200607642E3}" dt="2025-10-31T13:41:11.629" v="412" actId="26606"/>
          <ac:spMkLst>
            <pc:docMk/>
            <pc:sldMk cId="76116658" sldId="270"/>
            <ac:spMk id="2" creationId="{B3A785DC-C3C4-283C-9E5B-46FBB5BF579D}"/>
          </ac:spMkLst>
        </pc:spChg>
        <pc:spChg chg="add">
          <ac:chgData name="Ibrahem, Hossam" userId="22ea48e3-bbb2-4ff6-86f3-597b826414ce" providerId="ADAL" clId="{8132EBAE-2688-4673-9D58-D200607642E3}" dt="2025-10-31T13:41:11.629" v="412" actId="26606"/>
          <ac:spMkLst>
            <pc:docMk/>
            <pc:sldMk cId="76116658" sldId="270"/>
            <ac:spMk id="54" creationId="{2151139A-886F-4B97-8815-729AD3831BBD}"/>
          </ac:spMkLst>
        </pc:spChg>
        <pc:spChg chg="add">
          <ac:chgData name="Ibrahem, Hossam" userId="22ea48e3-bbb2-4ff6-86f3-597b826414ce" providerId="ADAL" clId="{8132EBAE-2688-4673-9D58-D200607642E3}" dt="2025-10-31T13:41:11.629" v="412" actId="26606"/>
          <ac:spMkLst>
            <pc:docMk/>
            <pc:sldMk cId="76116658" sldId="270"/>
            <ac:spMk id="55" creationId="{AB5E08C4-8CDD-4623-A5B8-E998C6DEE3B7}"/>
          </ac:spMkLst>
        </pc:spChg>
        <pc:spChg chg="add">
          <ac:chgData name="Ibrahem, Hossam" userId="22ea48e3-bbb2-4ff6-86f3-597b826414ce" providerId="ADAL" clId="{8132EBAE-2688-4673-9D58-D200607642E3}" dt="2025-10-31T13:41:11.629" v="412" actId="26606"/>
          <ac:spMkLst>
            <pc:docMk/>
            <pc:sldMk cId="76116658" sldId="270"/>
            <ac:spMk id="56" creationId="{15F33878-D502-4FFA-8ACE-F2AECDB2A23F}"/>
          </ac:spMkLst>
        </pc:spChg>
        <pc:spChg chg="add">
          <ac:chgData name="Ibrahem, Hossam" userId="22ea48e3-bbb2-4ff6-86f3-597b826414ce" providerId="ADAL" clId="{8132EBAE-2688-4673-9D58-D200607642E3}" dt="2025-10-31T13:41:11.629" v="412" actId="26606"/>
          <ac:spMkLst>
            <pc:docMk/>
            <pc:sldMk cId="76116658" sldId="270"/>
            <ac:spMk id="57" creationId="{D3539FEE-81D3-4406-802E-60B20B16F4F6}"/>
          </ac:spMkLst>
        </pc:spChg>
        <pc:spChg chg="add">
          <ac:chgData name="Ibrahem, Hossam" userId="22ea48e3-bbb2-4ff6-86f3-597b826414ce" providerId="ADAL" clId="{8132EBAE-2688-4673-9D58-D200607642E3}" dt="2025-10-31T13:41:11.629" v="412" actId="26606"/>
          <ac:spMkLst>
            <pc:docMk/>
            <pc:sldMk cId="76116658" sldId="270"/>
            <ac:spMk id="58" creationId="{DC701763-729E-462F-A5A8-E0DEFEB1E2E4}"/>
          </ac:spMkLst>
        </pc:spChg>
        <pc:picChg chg="mod">
          <ac:chgData name="Ibrahem, Hossam" userId="22ea48e3-bbb2-4ff6-86f3-597b826414ce" providerId="ADAL" clId="{8132EBAE-2688-4673-9D58-D200607642E3}" dt="2025-10-31T13:41:47.074" v="421" actId="1076"/>
          <ac:picMkLst>
            <pc:docMk/>
            <pc:sldMk cId="76116658" sldId="270"/>
            <ac:picMk id="4" creationId="{D75B1F9E-47F6-9913-774C-8D447937CE97}"/>
          </ac:picMkLst>
        </pc:picChg>
        <pc:picChg chg="mod">
          <ac:chgData name="Ibrahem, Hossam" userId="22ea48e3-bbb2-4ff6-86f3-597b826414ce" providerId="ADAL" clId="{8132EBAE-2688-4673-9D58-D200607642E3}" dt="2025-10-31T13:41:50.574" v="422" actId="1076"/>
          <ac:picMkLst>
            <pc:docMk/>
            <pc:sldMk cId="76116658" sldId="270"/>
            <ac:picMk id="6" creationId="{9F331B85-7A96-D279-7EB6-24E3D0F8F500}"/>
          </ac:picMkLst>
        </pc:picChg>
      </pc:sldChg>
      <pc:sldChg chg="addSp delSp modSp mod">
        <pc:chgData name="Ibrahem, Hossam" userId="22ea48e3-bbb2-4ff6-86f3-597b826414ce" providerId="ADAL" clId="{8132EBAE-2688-4673-9D58-D200607642E3}" dt="2025-11-01T14:27:00.010" v="481" actId="1440"/>
        <pc:sldMkLst>
          <pc:docMk/>
          <pc:sldMk cId="1764111556" sldId="271"/>
        </pc:sldMkLst>
        <pc:spChg chg="mod">
          <ac:chgData name="Ibrahem, Hossam" userId="22ea48e3-bbb2-4ff6-86f3-597b826414ce" providerId="ADAL" clId="{8132EBAE-2688-4673-9D58-D200607642E3}" dt="2025-11-01T14:26:54.025" v="480" actId="26606"/>
          <ac:spMkLst>
            <pc:docMk/>
            <pc:sldMk cId="1764111556" sldId="271"/>
            <ac:spMk id="2" creationId="{6CCF145E-E064-0918-15C2-1BB03092EFF6}"/>
          </ac:spMkLst>
        </pc:spChg>
        <pc:spChg chg="add">
          <ac:chgData name="Ibrahem, Hossam" userId="22ea48e3-bbb2-4ff6-86f3-597b826414ce" providerId="ADAL" clId="{8132EBAE-2688-4673-9D58-D200607642E3}" dt="2025-11-01T14:26:54.025" v="480" actId="26606"/>
          <ac:spMkLst>
            <pc:docMk/>
            <pc:sldMk cId="1764111556" sldId="271"/>
            <ac:spMk id="36" creationId="{A8384FB5-9ADC-4DDC-881B-597D56F5B15D}"/>
          </ac:spMkLst>
        </pc:spChg>
        <pc:spChg chg="add">
          <ac:chgData name="Ibrahem, Hossam" userId="22ea48e3-bbb2-4ff6-86f3-597b826414ce" providerId="ADAL" clId="{8132EBAE-2688-4673-9D58-D200607642E3}" dt="2025-11-01T14:26:54.025" v="480" actId="26606"/>
          <ac:spMkLst>
            <pc:docMk/>
            <pc:sldMk cId="1764111556" sldId="271"/>
            <ac:spMk id="38" creationId="{1199E1B1-A8C0-4FE8-A5A8-1CB41D69F857}"/>
          </ac:spMkLst>
        </pc:spChg>
        <pc:spChg chg="add">
          <ac:chgData name="Ibrahem, Hossam" userId="22ea48e3-bbb2-4ff6-86f3-597b826414ce" providerId="ADAL" clId="{8132EBAE-2688-4673-9D58-D200607642E3}" dt="2025-11-01T14:26:54.025" v="480" actId="26606"/>
          <ac:spMkLst>
            <pc:docMk/>
            <pc:sldMk cId="1764111556" sldId="271"/>
            <ac:spMk id="40" creationId="{84A8DE83-DE75-4B41-9DB4-A7EC0B0DEC0B}"/>
          </ac:spMkLst>
        </pc:spChg>
        <pc:spChg chg="add">
          <ac:chgData name="Ibrahem, Hossam" userId="22ea48e3-bbb2-4ff6-86f3-597b826414ce" providerId="ADAL" clId="{8132EBAE-2688-4673-9D58-D200607642E3}" dt="2025-11-01T14:26:54.025" v="480" actId="26606"/>
          <ac:spMkLst>
            <pc:docMk/>
            <pc:sldMk cId="1764111556" sldId="271"/>
            <ac:spMk id="42" creationId="{A7009A0A-BEF5-4EAC-AF15-E4F9F002E239}"/>
          </ac:spMkLst>
        </pc:spChg>
        <pc:picChg chg="mod">
          <ac:chgData name="Ibrahem, Hossam" userId="22ea48e3-bbb2-4ff6-86f3-597b826414ce" providerId="ADAL" clId="{8132EBAE-2688-4673-9D58-D200607642E3}" dt="2025-11-01T14:27:00.010" v="481" actId="1440"/>
          <ac:picMkLst>
            <pc:docMk/>
            <pc:sldMk cId="1764111556" sldId="271"/>
            <ac:picMk id="4" creationId="{64BA955B-FE60-D505-A079-F3FA7EF699F5}"/>
          </ac:picMkLst>
        </pc:picChg>
      </pc:sldChg>
      <pc:sldChg chg="addSp delSp modSp mod">
        <pc:chgData name="Ibrahem, Hossam" userId="22ea48e3-bbb2-4ff6-86f3-597b826414ce" providerId="ADAL" clId="{8132EBAE-2688-4673-9D58-D200607642E3}" dt="2025-11-01T14:27:19.561" v="483" actId="1440"/>
        <pc:sldMkLst>
          <pc:docMk/>
          <pc:sldMk cId="2598012724" sldId="272"/>
        </pc:sldMkLst>
        <pc:spChg chg="mod">
          <ac:chgData name="Ibrahem, Hossam" userId="22ea48e3-bbb2-4ff6-86f3-597b826414ce" providerId="ADAL" clId="{8132EBAE-2688-4673-9D58-D200607642E3}" dt="2025-11-01T14:27:04.483" v="482" actId="26606"/>
          <ac:spMkLst>
            <pc:docMk/>
            <pc:sldMk cId="2598012724" sldId="272"/>
            <ac:spMk id="2" creationId="{4926CF51-D747-33C6-5F97-CBDF2F894E82}"/>
          </ac:spMkLst>
        </pc:spChg>
        <pc:spChg chg="add">
          <ac:chgData name="Ibrahem, Hossam" userId="22ea48e3-bbb2-4ff6-86f3-597b826414ce" providerId="ADAL" clId="{8132EBAE-2688-4673-9D58-D200607642E3}" dt="2025-11-01T14:27:04.483" v="482" actId="26606"/>
          <ac:spMkLst>
            <pc:docMk/>
            <pc:sldMk cId="2598012724" sldId="272"/>
            <ac:spMk id="65" creationId="{A8384FB5-9ADC-4DDC-881B-597D56F5B15D}"/>
          </ac:spMkLst>
        </pc:spChg>
        <pc:spChg chg="add">
          <ac:chgData name="Ibrahem, Hossam" userId="22ea48e3-bbb2-4ff6-86f3-597b826414ce" providerId="ADAL" clId="{8132EBAE-2688-4673-9D58-D200607642E3}" dt="2025-11-01T14:27:04.483" v="482" actId="26606"/>
          <ac:spMkLst>
            <pc:docMk/>
            <pc:sldMk cId="2598012724" sldId="272"/>
            <ac:spMk id="67" creationId="{1199E1B1-A8C0-4FE8-A5A8-1CB41D69F857}"/>
          </ac:spMkLst>
        </pc:spChg>
        <pc:spChg chg="add">
          <ac:chgData name="Ibrahem, Hossam" userId="22ea48e3-bbb2-4ff6-86f3-597b826414ce" providerId="ADAL" clId="{8132EBAE-2688-4673-9D58-D200607642E3}" dt="2025-11-01T14:27:04.483" v="482" actId="26606"/>
          <ac:spMkLst>
            <pc:docMk/>
            <pc:sldMk cId="2598012724" sldId="272"/>
            <ac:spMk id="69" creationId="{84A8DE83-DE75-4B41-9DB4-A7EC0B0DEC0B}"/>
          </ac:spMkLst>
        </pc:spChg>
        <pc:spChg chg="add">
          <ac:chgData name="Ibrahem, Hossam" userId="22ea48e3-bbb2-4ff6-86f3-597b826414ce" providerId="ADAL" clId="{8132EBAE-2688-4673-9D58-D200607642E3}" dt="2025-11-01T14:27:04.483" v="482" actId="26606"/>
          <ac:spMkLst>
            <pc:docMk/>
            <pc:sldMk cId="2598012724" sldId="272"/>
            <ac:spMk id="71" creationId="{A7009A0A-BEF5-4EAC-AF15-E4F9F002E239}"/>
          </ac:spMkLst>
        </pc:spChg>
        <pc:picChg chg="mod">
          <ac:chgData name="Ibrahem, Hossam" userId="22ea48e3-bbb2-4ff6-86f3-597b826414ce" providerId="ADAL" clId="{8132EBAE-2688-4673-9D58-D200607642E3}" dt="2025-11-01T14:27:19.561" v="483" actId="1440"/>
          <ac:picMkLst>
            <pc:docMk/>
            <pc:sldMk cId="2598012724" sldId="272"/>
            <ac:picMk id="4" creationId="{49226803-3F2C-8E64-5CA8-D0011F873A28}"/>
          </ac:picMkLst>
        </pc:picChg>
      </pc:sldChg>
      <pc:sldChg chg="addSp delSp modSp mod">
        <pc:chgData name="Ibrahem, Hossam" userId="22ea48e3-bbb2-4ff6-86f3-597b826414ce" providerId="ADAL" clId="{8132EBAE-2688-4673-9D58-D200607642E3}" dt="2025-11-01T14:28:11.134" v="489" actId="1440"/>
        <pc:sldMkLst>
          <pc:docMk/>
          <pc:sldMk cId="566872128" sldId="273"/>
        </pc:sldMkLst>
        <pc:spChg chg="mod">
          <ac:chgData name="Ibrahem, Hossam" userId="22ea48e3-bbb2-4ff6-86f3-597b826414ce" providerId="ADAL" clId="{8132EBAE-2688-4673-9D58-D200607642E3}" dt="2025-11-01T14:27:30.441" v="484" actId="26606"/>
          <ac:spMkLst>
            <pc:docMk/>
            <pc:sldMk cId="566872128" sldId="273"/>
            <ac:spMk id="2" creationId="{CA5EF723-FF18-DE3D-ABBB-48B50B1702A7}"/>
          </ac:spMkLst>
        </pc:spChg>
        <pc:spChg chg="add">
          <ac:chgData name="Ibrahem, Hossam" userId="22ea48e3-bbb2-4ff6-86f3-597b826414ce" providerId="ADAL" clId="{8132EBAE-2688-4673-9D58-D200607642E3}" dt="2025-11-01T14:27:30.441" v="484" actId="26606"/>
          <ac:spMkLst>
            <pc:docMk/>
            <pc:sldMk cId="566872128" sldId="273"/>
            <ac:spMk id="64" creationId="{2151139A-886F-4B97-8815-729AD3831BBD}"/>
          </ac:spMkLst>
        </pc:spChg>
        <pc:spChg chg="add">
          <ac:chgData name="Ibrahem, Hossam" userId="22ea48e3-bbb2-4ff6-86f3-597b826414ce" providerId="ADAL" clId="{8132EBAE-2688-4673-9D58-D200607642E3}" dt="2025-11-01T14:27:30.441" v="484" actId="26606"/>
          <ac:spMkLst>
            <pc:docMk/>
            <pc:sldMk cId="566872128" sldId="273"/>
            <ac:spMk id="66" creationId="{AB5E08C4-8CDD-4623-A5B8-E998C6DEE3B7}"/>
          </ac:spMkLst>
        </pc:spChg>
        <pc:spChg chg="add">
          <ac:chgData name="Ibrahem, Hossam" userId="22ea48e3-bbb2-4ff6-86f3-597b826414ce" providerId="ADAL" clId="{8132EBAE-2688-4673-9D58-D200607642E3}" dt="2025-11-01T14:27:30.441" v="484" actId="26606"/>
          <ac:spMkLst>
            <pc:docMk/>
            <pc:sldMk cId="566872128" sldId="273"/>
            <ac:spMk id="68" creationId="{15F33878-D502-4FFA-8ACE-F2AECDB2A23F}"/>
          </ac:spMkLst>
        </pc:spChg>
        <pc:spChg chg="add">
          <ac:chgData name="Ibrahem, Hossam" userId="22ea48e3-bbb2-4ff6-86f3-597b826414ce" providerId="ADAL" clId="{8132EBAE-2688-4673-9D58-D200607642E3}" dt="2025-11-01T14:27:30.441" v="484" actId="26606"/>
          <ac:spMkLst>
            <pc:docMk/>
            <pc:sldMk cId="566872128" sldId="273"/>
            <ac:spMk id="70" creationId="{D3539FEE-81D3-4406-802E-60B20B16F4F6}"/>
          </ac:spMkLst>
        </pc:spChg>
        <pc:spChg chg="add">
          <ac:chgData name="Ibrahem, Hossam" userId="22ea48e3-bbb2-4ff6-86f3-597b826414ce" providerId="ADAL" clId="{8132EBAE-2688-4673-9D58-D200607642E3}" dt="2025-11-01T14:27:30.441" v="484" actId="26606"/>
          <ac:spMkLst>
            <pc:docMk/>
            <pc:sldMk cId="566872128" sldId="273"/>
            <ac:spMk id="72" creationId="{DC701763-729E-462F-A5A8-E0DEFEB1E2E4}"/>
          </ac:spMkLst>
        </pc:spChg>
        <pc:picChg chg="mod ord">
          <ac:chgData name="Ibrahem, Hossam" userId="22ea48e3-bbb2-4ff6-86f3-597b826414ce" providerId="ADAL" clId="{8132EBAE-2688-4673-9D58-D200607642E3}" dt="2025-11-01T14:28:11.134" v="489" actId="1440"/>
          <ac:picMkLst>
            <pc:docMk/>
            <pc:sldMk cId="566872128" sldId="273"/>
            <ac:picMk id="4" creationId="{A0804C7C-13A8-D084-4B5F-8C626CAF62A8}"/>
          </ac:picMkLst>
        </pc:picChg>
        <pc:picChg chg="mod">
          <ac:chgData name="Ibrahem, Hossam" userId="22ea48e3-bbb2-4ff6-86f3-597b826414ce" providerId="ADAL" clId="{8132EBAE-2688-4673-9D58-D200607642E3}" dt="2025-11-01T14:28:11.134" v="489" actId="1440"/>
          <ac:picMkLst>
            <pc:docMk/>
            <pc:sldMk cId="566872128" sldId="273"/>
            <ac:picMk id="6" creationId="{D05C564E-FEE9-FC0C-0C00-D4BB11508A61}"/>
          </ac:picMkLst>
        </pc:picChg>
      </pc:sldChg>
      <pc:sldChg chg="addSp delSp modSp mod">
        <pc:chgData name="Ibrahem, Hossam" userId="22ea48e3-bbb2-4ff6-86f3-597b826414ce" providerId="ADAL" clId="{8132EBAE-2688-4673-9D58-D200607642E3}" dt="2025-11-01T14:28:59.132" v="497" actId="1076"/>
        <pc:sldMkLst>
          <pc:docMk/>
          <pc:sldMk cId="731345445" sldId="274"/>
        </pc:sldMkLst>
        <pc:spChg chg="mod">
          <ac:chgData name="Ibrahem, Hossam" userId="22ea48e3-bbb2-4ff6-86f3-597b826414ce" providerId="ADAL" clId="{8132EBAE-2688-4673-9D58-D200607642E3}" dt="2025-11-01T14:28:16.365" v="490" actId="26606"/>
          <ac:spMkLst>
            <pc:docMk/>
            <pc:sldMk cId="731345445" sldId="274"/>
            <ac:spMk id="2" creationId="{4D417D1B-94B9-831A-C0D9-87F5A41DEB5B}"/>
          </ac:spMkLst>
        </pc:spChg>
        <pc:spChg chg="add">
          <ac:chgData name="Ibrahem, Hossam" userId="22ea48e3-bbb2-4ff6-86f3-597b826414ce" providerId="ADAL" clId="{8132EBAE-2688-4673-9D58-D200607642E3}" dt="2025-11-01T14:28:16.365" v="490" actId="26606"/>
          <ac:spMkLst>
            <pc:docMk/>
            <pc:sldMk cId="731345445" sldId="274"/>
            <ac:spMk id="64" creationId="{2151139A-886F-4B97-8815-729AD3831BBD}"/>
          </ac:spMkLst>
        </pc:spChg>
        <pc:spChg chg="add">
          <ac:chgData name="Ibrahem, Hossam" userId="22ea48e3-bbb2-4ff6-86f3-597b826414ce" providerId="ADAL" clId="{8132EBAE-2688-4673-9D58-D200607642E3}" dt="2025-11-01T14:28:16.365" v="490" actId="26606"/>
          <ac:spMkLst>
            <pc:docMk/>
            <pc:sldMk cId="731345445" sldId="274"/>
            <ac:spMk id="66" creationId="{AB5E08C4-8CDD-4623-A5B8-E998C6DEE3B7}"/>
          </ac:spMkLst>
        </pc:spChg>
        <pc:spChg chg="add">
          <ac:chgData name="Ibrahem, Hossam" userId="22ea48e3-bbb2-4ff6-86f3-597b826414ce" providerId="ADAL" clId="{8132EBAE-2688-4673-9D58-D200607642E3}" dt="2025-11-01T14:28:16.365" v="490" actId="26606"/>
          <ac:spMkLst>
            <pc:docMk/>
            <pc:sldMk cId="731345445" sldId="274"/>
            <ac:spMk id="68" creationId="{15F33878-D502-4FFA-8ACE-F2AECDB2A23F}"/>
          </ac:spMkLst>
        </pc:spChg>
        <pc:spChg chg="add">
          <ac:chgData name="Ibrahem, Hossam" userId="22ea48e3-bbb2-4ff6-86f3-597b826414ce" providerId="ADAL" clId="{8132EBAE-2688-4673-9D58-D200607642E3}" dt="2025-11-01T14:28:16.365" v="490" actId="26606"/>
          <ac:spMkLst>
            <pc:docMk/>
            <pc:sldMk cId="731345445" sldId="274"/>
            <ac:spMk id="70" creationId="{D3539FEE-81D3-4406-802E-60B20B16F4F6}"/>
          </ac:spMkLst>
        </pc:spChg>
        <pc:spChg chg="add">
          <ac:chgData name="Ibrahem, Hossam" userId="22ea48e3-bbb2-4ff6-86f3-597b826414ce" providerId="ADAL" clId="{8132EBAE-2688-4673-9D58-D200607642E3}" dt="2025-11-01T14:28:16.365" v="490" actId="26606"/>
          <ac:spMkLst>
            <pc:docMk/>
            <pc:sldMk cId="731345445" sldId="274"/>
            <ac:spMk id="72" creationId="{DC701763-729E-462F-A5A8-E0DEFEB1E2E4}"/>
          </ac:spMkLst>
        </pc:spChg>
        <pc:picChg chg="mod">
          <ac:chgData name="Ibrahem, Hossam" userId="22ea48e3-bbb2-4ff6-86f3-597b826414ce" providerId="ADAL" clId="{8132EBAE-2688-4673-9D58-D200607642E3}" dt="2025-11-01T14:28:59.132" v="497" actId="1076"/>
          <ac:picMkLst>
            <pc:docMk/>
            <pc:sldMk cId="731345445" sldId="274"/>
            <ac:picMk id="4" creationId="{0AB54A6D-FDDF-00E2-A411-1ADC89E210D3}"/>
          </ac:picMkLst>
        </pc:picChg>
        <pc:picChg chg="mod ord">
          <ac:chgData name="Ibrahem, Hossam" userId="22ea48e3-bbb2-4ff6-86f3-597b826414ce" providerId="ADAL" clId="{8132EBAE-2688-4673-9D58-D200607642E3}" dt="2025-11-01T14:28:55.905" v="496" actId="1076"/>
          <ac:picMkLst>
            <pc:docMk/>
            <pc:sldMk cId="731345445" sldId="274"/>
            <ac:picMk id="8" creationId="{FC9BEEA5-B7BE-277E-18C7-449C7A8371FF}"/>
          </ac:picMkLst>
        </pc:picChg>
      </pc:sldChg>
      <pc:sldChg chg="addSp delSp modSp add del mod setBg setClrOvrMap">
        <pc:chgData name="Ibrahem, Hossam" userId="22ea48e3-bbb2-4ff6-86f3-597b826414ce" providerId="ADAL" clId="{8132EBAE-2688-4673-9D58-D200607642E3}" dt="2025-11-07T13:50:08.662" v="808" actId="47"/>
        <pc:sldMkLst>
          <pc:docMk/>
          <pc:sldMk cId="2871212263" sldId="275"/>
        </pc:sldMkLst>
      </pc:sldChg>
      <pc:sldChg chg="addSp delSp modSp add del mod setBg">
        <pc:chgData name="Ibrahem, Hossam" userId="22ea48e3-bbb2-4ff6-86f3-597b826414ce" providerId="ADAL" clId="{8132EBAE-2688-4673-9D58-D200607642E3}" dt="2025-11-07T13:28:27.602" v="749" actId="47"/>
        <pc:sldMkLst>
          <pc:docMk/>
          <pc:sldMk cId="2980648424" sldId="276"/>
        </pc:sldMkLst>
      </pc:sldChg>
      <pc:sldChg chg="addSp delSp modSp add del mod setBg delDesignElem">
        <pc:chgData name="Ibrahem, Hossam" userId="22ea48e3-bbb2-4ff6-86f3-597b826414ce" providerId="ADAL" clId="{8132EBAE-2688-4673-9D58-D200607642E3}" dt="2025-11-07T14:08:57.982" v="819" actId="47"/>
        <pc:sldMkLst>
          <pc:docMk/>
          <pc:sldMk cId="85578369" sldId="277"/>
        </pc:sldMkLst>
      </pc:sldChg>
      <pc:sldChg chg="addSp delSp modSp add del mod setBg">
        <pc:chgData name="Ibrahem, Hossam" userId="22ea48e3-bbb2-4ff6-86f3-597b826414ce" providerId="ADAL" clId="{8132EBAE-2688-4673-9D58-D200607642E3}" dt="2025-11-07T14:06:58.714" v="814" actId="47"/>
        <pc:sldMkLst>
          <pc:docMk/>
          <pc:sldMk cId="2368519324" sldId="278"/>
        </pc:sldMkLst>
      </pc:sldChg>
      <pc:sldChg chg="addSp delSp modSp add del mod setBg delDesignElem">
        <pc:chgData name="Ibrahem, Hossam" userId="22ea48e3-bbb2-4ff6-86f3-597b826414ce" providerId="ADAL" clId="{8132EBAE-2688-4673-9D58-D200607642E3}" dt="2025-11-07T14:08:14.465" v="817" actId="47"/>
        <pc:sldMkLst>
          <pc:docMk/>
          <pc:sldMk cId="756585316" sldId="279"/>
        </pc:sldMkLst>
      </pc:sldChg>
      <pc:sldChg chg="addSp delSp modSp add mod setBg addAnim">
        <pc:chgData name="Ibrahem, Hossam" userId="22ea48e3-bbb2-4ff6-86f3-597b826414ce" providerId="ADAL" clId="{8132EBAE-2688-4673-9D58-D200607642E3}" dt="2025-10-31T13:40:39.139" v="404" actId="26606"/>
        <pc:sldMkLst>
          <pc:docMk/>
          <pc:sldMk cId="2912426457" sldId="280"/>
        </pc:sldMkLst>
        <pc:spChg chg="mod">
          <ac:chgData name="Ibrahem, Hossam" userId="22ea48e3-bbb2-4ff6-86f3-597b826414ce" providerId="ADAL" clId="{8132EBAE-2688-4673-9D58-D200607642E3}" dt="2025-10-31T13:40:39.139" v="404" actId="26606"/>
          <ac:spMkLst>
            <pc:docMk/>
            <pc:sldMk cId="2912426457" sldId="280"/>
            <ac:spMk id="2" creationId="{A4227396-17B2-F969-AE56-E2D9D02DEF14}"/>
          </ac:spMkLst>
        </pc:spChg>
        <pc:spChg chg="add">
          <ac:chgData name="Ibrahem, Hossam" userId="22ea48e3-bbb2-4ff6-86f3-597b826414ce" providerId="ADAL" clId="{8132EBAE-2688-4673-9D58-D200607642E3}" dt="2025-10-31T13:40:39.139" v="404" actId="26606"/>
          <ac:spMkLst>
            <pc:docMk/>
            <pc:sldMk cId="2912426457" sldId="280"/>
            <ac:spMk id="27" creationId="{577D6B2E-37A3-429E-A37C-F30ED6487282}"/>
          </ac:spMkLst>
        </pc:spChg>
        <pc:spChg chg="add">
          <ac:chgData name="Ibrahem, Hossam" userId="22ea48e3-bbb2-4ff6-86f3-597b826414ce" providerId="ADAL" clId="{8132EBAE-2688-4673-9D58-D200607642E3}" dt="2025-10-31T13:40:39.139" v="404" actId="26606"/>
          <ac:spMkLst>
            <pc:docMk/>
            <pc:sldMk cId="2912426457" sldId="280"/>
            <ac:spMk id="29" creationId="{5CEAD642-85CF-4750-8432-7C80C901F001}"/>
          </ac:spMkLst>
        </pc:spChg>
        <pc:spChg chg="add">
          <ac:chgData name="Ibrahem, Hossam" userId="22ea48e3-bbb2-4ff6-86f3-597b826414ce" providerId="ADAL" clId="{8132EBAE-2688-4673-9D58-D200607642E3}" dt="2025-10-31T13:40:39.139" v="404" actId="26606"/>
          <ac:spMkLst>
            <pc:docMk/>
            <pc:sldMk cId="2912426457" sldId="280"/>
            <ac:spMk id="33" creationId="{730D8B3B-9B80-4025-B934-26DC7D7CD231}"/>
          </ac:spMkLst>
        </pc:spChg>
        <pc:spChg chg="add">
          <ac:chgData name="Ibrahem, Hossam" userId="22ea48e3-bbb2-4ff6-86f3-597b826414ce" providerId="ADAL" clId="{8132EBAE-2688-4673-9D58-D200607642E3}" dt="2025-10-31T13:40:39.139" v="404" actId="26606"/>
          <ac:spMkLst>
            <pc:docMk/>
            <pc:sldMk cId="2912426457" sldId="280"/>
            <ac:spMk id="35" creationId="{1064D5D5-227B-4F66-9AEA-46F570E793BD}"/>
          </ac:spMkLst>
        </pc:spChg>
        <pc:spChg chg="add">
          <ac:chgData name="Ibrahem, Hossam" userId="22ea48e3-bbb2-4ff6-86f3-597b826414ce" providerId="ADAL" clId="{8132EBAE-2688-4673-9D58-D200607642E3}" dt="2025-10-31T13:40:39.139" v="404" actId="26606"/>
          <ac:spMkLst>
            <pc:docMk/>
            <pc:sldMk cId="2912426457" sldId="280"/>
            <ac:spMk id="37" creationId="{646B67A4-D328-4747-A82B-65E84FA46368}"/>
          </ac:spMkLst>
        </pc:spChg>
        <pc:spChg chg="add">
          <ac:chgData name="Ibrahem, Hossam" userId="22ea48e3-bbb2-4ff6-86f3-597b826414ce" providerId="ADAL" clId="{8132EBAE-2688-4673-9D58-D200607642E3}" dt="2025-10-31T13:40:39.139" v="404" actId="26606"/>
          <ac:spMkLst>
            <pc:docMk/>
            <pc:sldMk cId="2912426457" sldId="280"/>
            <ac:spMk id="39" creationId="{B5A1B09C-1565-46F8-B70F-621C5EB48A09}"/>
          </ac:spMkLst>
        </pc:spChg>
        <pc:spChg chg="add">
          <ac:chgData name="Ibrahem, Hossam" userId="22ea48e3-bbb2-4ff6-86f3-597b826414ce" providerId="ADAL" clId="{8132EBAE-2688-4673-9D58-D200607642E3}" dt="2025-10-31T13:40:39.139" v="404" actId="26606"/>
          <ac:spMkLst>
            <pc:docMk/>
            <pc:sldMk cId="2912426457" sldId="280"/>
            <ac:spMk id="41" creationId="{8C516CC8-80AC-446C-A56E-9F54B7210402}"/>
          </ac:spMkLst>
        </pc:spChg>
      </pc:sldChg>
      <pc:sldChg chg="delSp add del setBg delDesignElem">
        <pc:chgData name="Ibrahem, Hossam" userId="22ea48e3-bbb2-4ff6-86f3-597b826414ce" providerId="ADAL" clId="{8132EBAE-2688-4673-9D58-D200607642E3}" dt="2025-10-31T13:39:28.947" v="386" actId="47"/>
        <pc:sldMkLst>
          <pc:docMk/>
          <pc:sldMk cId="68070929" sldId="281"/>
        </pc:sldMkLst>
      </pc:sldChg>
      <pc:sldChg chg="addSp delSp modSp add del mod ord setBg delDesignElem">
        <pc:chgData name="Ibrahem, Hossam" userId="22ea48e3-bbb2-4ff6-86f3-597b826414ce" providerId="ADAL" clId="{8132EBAE-2688-4673-9D58-D200607642E3}" dt="2025-11-07T13:28:31.095" v="750" actId="47"/>
        <pc:sldMkLst>
          <pc:docMk/>
          <pc:sldMk cId="1137175290" sldId="282"/>
        </pc:sldMkLst>
      </pc:sldChg>
      <pc:sldChg chg="addSp delSp modSp add mod setBg delAnim delDesignElem">
        <pc:chgData name="Ibrahem, Hossam" userId="22ea48e3-bbb2-4ff6-86f3-597b826414ce" providerId="ADAL" clId="{8132EBAE-2688-4673-9D58-D200607642E3}" dt="2025-11-01T14:39:35.574" v="649" actId="207"/>
        <pc:sldMkLst>
          <pc:docMk/>
          <pc:sldMk cId="1611932345" sldId="283"/>
        </pc:sldMkLst>
        <pc:spChg chg="add mod">
          <ac:chgData name="Ibrahem, Hossam" userId="22ea48e3-bbb2-4ff6-86f3-597b826414ce" providerId="ADAL" clId="{8132EBAE-2688-4673-9D58-D200607642E3}" dt="2025-11-01T14:39:21.481" v="646" actId="207"/>
          <ac:spMkLst>
            <pc:docMk/>
            <pc:sldMk cId="1611932345" sldId="283"/>
            <ac:spMk id="3" creationId="{20BD7806-706F-D677-FE80-8AEDE17D103F}"/>
          </ac:spMkLst>
        </pc:spChg>
        <pc:spChg chg="add">
          <ac:chgData name="Ibrahem, Hossam" userId="22ea48e3-bbb2-4ff6-86f3-597b826414ce" providerId="ADAL" clId="{8132EBAE-2688-4673-9D58-D200607642E3}" dt="2025-11-01T14:38:36.257" v="631" actId="26606"/>
          <ac:spMkLst>
            <pc:docMk/>
            <pc:sldMk cId="1611932345" sldId="283"/>
            <ac:spMk id="7" creationId="{8C790BE2-4E4F-4AAF-81A2-4A6F4885EBE6}"/>
          </ac:spMkLst>
        </pc:spChg>
        <pc:spChg chg="add">
          <ac:chgData name="Ibrahem, Hossam" userId="22ea48e3-bbb2-4ff6-86f3-597b826414ce" providerId="ADAL" clId="{8132EBAE-2688-4673-9D58-D200607642E3}" dt="2025-11-01T14:38:36.257" v="631" actId="26606"/>
          <ac:spMkLst>
            <pc:docMk/>
            <pc:sldMk cId="1611932345" sldId="283"/>
            <ac:spMk id="9" creationId="{D28B54C3-B57B-472A-B96E-1FCB67093DC2}"/>
          </ac:spMkLst>
        </pc:spChg>
        <pc:spChg chg="add">
          <ac:chgData name="Ibrahem, Hossam" userId="22ea48e3-bbb2-4ff6-86f3-597b826414ce" providerId="ADAL" clId="{8132EBAE-2688-4673-9D58-D200607642E3}" dt="2025-11-01T14:38:36.257" v="631" actId="26606"/>
          <ac:spMkLst>
            <pc:docMk/>
            <pc:sldMk cId="1611932345" sldId="283"/>
            <ac:spMk id="11" creationId="{7DB3C429-F8DA-49B9-AF84-21996FCF78B5}"/>
          </ac:spMkLst>
        </pc:spChg>
        <pc:spChg chg="add">
          <ac:chgData name="Ibrahem, Hossam" userId="22ea48e3-bbb2-4ff6-86f3-597b826414ce" providerId="ADAL" clId="{8132EBAE-2688-4673-9D58-D200607642E3}" dt="2025-11-01T14:38:36.257" v="631" actId="26606"/>
          <ac:spMkLst>
            <pc:docMk/>
            <pc:sldMk cId="1611932345" sldId="283"/>
            <ac:spMk id="13" creationId="{E12088DD-B1AD-40E0-8B86-1D87A2CCD9BE}"/>
          </ac:spMkLst>
        </pc:spChg>
        <pc:spChg chg="add">
          <ac:chgData name="Ibrahem, Hossam" userId="22ea48e3-bbb2-4ff6-86f3-597b826414ce" providerId="ADAL" clId="{8132EBAE-2688-4673-9D58-D200607642E3}" dt="2025-11-01T14:38:36.257" v="631" actId="26606"/>
          <ac:spMkLst>
            <pc:docMk/>
            <pc:sldMk cId="1611932345" sldId="283"/>
            <ac:spMk id="15" creationId="{C4C9F2B0-1044-46EB-8AEB-C3BFFDE6C2CC}"/>
          </ac:spMkLst>
        </pc:spChg>
        <pc:spChg chg="add">
          <ac:chgData name="Ibrahem, Hossam" userId="22ea48e3-bbb2-4ff6-86f3-597b826414ce" providerId="ADAL" clId="{8132EBAE-2688-4673-9D58-D200607642E3}" dt="2025-11-01T14:38:36.257" v="631" actId="26606"/>
          <ac:spMkLst>
            <pc:docMk/>
            <pc:sldMk cId="1611932345" sldId="283"/>
            <ac:spMk id="17" creationId="{0C395952-4E26-45A2-8756-2ADFD6E53C6E}"/>
          </ac:spMkLst>
        </pc:spChg>
        <pc:spChg chg="add">
          <ac:chgData name="Ibrahem, Hossam" userId="22ea48e3-bbb2-4ff6-86f3-597b826414ce" providerId="ADAL" clId="{8132EBAE-2688-4673-9D58-D200607642E3}" dt="2025-11-01T14:38:36.257" v="631" actId="26606"/>
          <ac:spMkLst>
            <pc:docMk/>
            <pc:sldMk cId="1611932345" sldId="283"/>
            <ac:spMk id="19" creationId="{4734BADF-9461-4621-B112-2D7BABEA7DD0}"/>
          </ac:spMkLst>
        </pc:spChg>
        <pc:graphicFrameChg chg="add del mod ord modGraphic">
          <ac:chgData name="Ibrahem, Hossam" userId="22ea48e3-bbb2-4ff6-86f3-597b826414ce" providerId="ADAL" clId="{8132EBAE-2688-4673-9D58-D200607642E3}" dt="2025-11-01T14:39:35.574" v="649" actId="207"/>
          <ac:graphicFrameMkLst>
            <pc:docMk/>
            <pc:sldMk cId="1611932345" sldId="283"/>
            <ac:graphicFrameMk id="4" creationId="{648A04D1-295D-EC1C-4F59-A981D4CE0973}"/>
          </ac:graphicFrameMkLst>
        </pc:graphicFrameChg>
      </pc:sldChg>
      <pc:sldChg chg="addSp delSp modSp add mod setBg modAnim delDesignElem">
        <pc:chgData name="Ibrahem, Hossam" userId="22ea48e3-bbb2-4ff6-86f3-597b826414ce" providerId="ADAL" clId="{8132EBAE-2688-4673-9D58-D200607642E3}" dt="2025-11-01T14:44:20.197" v="696" actId="26606"/>
        <pc:sldMkLst>
          <pc:docMk/>
          <pc:sldMk cId="1954430619" sldId="284"/>
        </pc:sldMkLst>
        <pc:spChg chg="add mod">
          <ac:chgData name="Ibrahem, Hossam" userId="22ea48e3-bbb2-4ff6-86f3-597b826414ce" providerId="ADAL" clId="{8132EBAE-2688-4673-9D58-D200607642E3}" dt="2025-11-01T14:44:20.197" v="696" actId="26606"/>
          <ac:spMkLst>
            <pc:docMk/>
            <pc:sldMk cId="1954430619" sldId="284"/>
            <ac:spMk id="2" creationId="{889DB1DA-DE3B-502F-7269-3BA66D247A1F}"/>
          </ac:spMkLst>
        </pc:spChg>
        <pc:spChg chg="add">
          <ac:chgData name="Ibrahem, Hossam" userId="22ea48e3-bbb2-4ff6-86f3-597b826414ce" providerId="ADAL" clId="{8132EBAE-2688-4673-9D58-D200607642E3}" dt="2025-11-01T14:44:20.197" v="696" actId="26606"/>
          <ac:spMkLst>
            <pc:docMk/>
            <pc:sldMk cId="1954430619" sldId="284"/>
            <ac:spMk id="24" creationId="{955A2079-FA98-4876-80F0-72364A7D2EA4}"/>
          </ac:spMkLst>
        </pc:spChg>
        <pc:graphicFrameChg chg="add mod modGraphic">
          <ac:chgData name="Ibrahem, Hossam" userId="22ea48e3-bbb2-4ff6-86f3-597b826414ce" providerId="ADAL" clId="{8132EBAE-2688-4673-9D58-D200607642E3}" dt="2025-11-01T14:44:20.197" v="696" actId="26606"/>
          <ac:graphicFrameMkLst>
            <pc:docMk/>
            <pc:sldMk cId="1954430619" sldId="284"/>
            <ac:graphicFrameMk id="3" creationId="{D432076F-AD6C-9DFD-33CA-CE09641AC904}"/>
          </ac:graphicFrameMkLst>
        </pc:graphicFrameChg>
      </pc:sldChg>
      <pc:sldChg chg="addSp delSp modSp add del mod setBg delDesignElem">
        <pc:chgData name="Ibrahem, Hossam" userId="22ea48e3-bbb2-4ff6-86f3-597b826414ce" providerId="ADAL" clId="{8132EBAE-2688-4673-9D58-D200607642E3}" dt="2025-11-07T14:07:03.586" v="815" actId="47"/>
        <pc:sldMkLst>
          <pc:docMk/>
          <pc:sldMk cId="581428148" sldId="285"/>
        </pc:sldMkLst>
      </pc:sldChg>
      <pc:sldChg chg="addSp delSp add del setBg delDesignElem">
        <pc:chgData name="Ibrahem, Hossam" userId="22ea48e3-bbb2-4ff6-86f3-597b826414ce" providerId="ADAL" clId="{8132EBAE-2688-4673-9D58-D200607642E3}" dt="2025-11-01T14:44:08.896" v="690"/>
        <pc:sldMkLst>
          <pc:docMk/>
          <pc:sldMk cId="1874524869" sldId="285"/>
        </pc:sldMkLst>
      </pc:sldChg>
      <pc:sldChg chg="add ord">
        <pc:chgData name="Ibrahem, Hossam" userId="22ea48e3-bbb2-4ff6-86f3-597b826414ce" providerId="ADAL" clId="{8132EBAE-2688-4673-9D58-D200607642E3}" dt="2025-11-07T13:53:39.714" v="810"/>
        <pc:sldMkLst>
          <pc:docMk/>
          <pc:sldMk cId="3211859542" sldId="286"/>
        </pc:sldMkLst>
      </pc:sldChg>
      <pc:sldChg chg="add">
        <pc:chgData name="Ibrahem, Hossam" userId="22ea48e3-bbb2-4ff6-86f3-597b826414ce" providerId="ADAL" clId="{8132EBAE-2688-4673-9D58-D200607642E3}" dt="2025-11-07T14:05:58.849" v="811"/>
        <pc:sldMkLst>
          <pc:docMk/>
          <pc:sldMk cId="159866808" sldId="287"/>
        </pc:sldMkLst>
      </pc:sldChg>
      <pc:sldChg chg="add">
        <pc:chgData name="Ibrahem, Hossam" userId="22ea48e3-bbb2-4ff6-86f3-597b826414ce" providerId="ADAL" clId="{8132EBAE-2688-4673-9D58-D200607642E3}" dt="2025-11-07T14:06:50.121" v="812"/>
        <pc:sldMkLst>
          <pc:docMk/>
          <pc:sldMk cId="3146862746" sldId="288"/>
        </pc:sldMkLst>
      </pc:sldChg>
      <pc:sldChg chg="add">
        <pc:chgData name="Ibrahem, Hossam" userId="22ea48e3-bbb2-4ff6-86f3-597b826414ce" providerId="ADAL" clId="{8132EBAE-2688-4673-9D58-D200607642E3}" dt="2025-11-07T14:08:12.178" v="816"/>
        <pc:sldMkLst>
          <pc:docMk/>
          <pc:sldMk cId="4136976684" sldId="289"/>
        </pc:sldMkLst>
      </pc:sldChg>
      <pc:sldChg chg="add">
        <pc:chgData name="Ibrahem, Hossam" userId="22ea48e3-bbb2-4ff6-86f3-597b826414ce" providerId="ADAL" clId="{8132EBAE-2688-4673-9D58-D200607642E3}" dt="2025-11-07T14:08:55.549" v="818"/>
        <pc:sldMkLst>
          <pc:docMk/>
          <pc:sldMk cId="3522370452" sldId="290"/>
        </pc:sldMkLst>
      </pc:sldChg>
    </pc:docChg>
  </pc:docChgLst>
  <pc:docChgLst>
    <pc:chgData name="Youssef Mostafa" userId="6017c20d-e7b7-4334-8094-0d97c1804e50" providerId="ADAL" clId="{30507607-3B4C-4D64-A8EE-CE146E678185}"/>
    <pc:docChg chg="undo custSel addSld delSld modSld sldOrd">
      <pc:chgData name="Youssef Mostafa" userId="6017c20d-e7b7-4334-8094-0d97c1804e50" providerId="ADAL" clId="{30507607-3B4C-4D64-A8EE-CE146E678185}" dt="2025-10-21T11:41:31.739" v="1122"/>
      <pc:docMkLst>
        <pc:docMk/>
      </pc:docMkLst>
      <pc:sldChg chg="addSp delSp modSp mod addAnim">
        <pc:chgData name="Youssef Mostafa" userId="6017c20d-e7b7-4334-8094-0d97c1804e50" providerId="ADAL" clId="{30507607-3B4C-4D64-A8EE-CE146E678185}" dt="2025-10-10T11:53:44.455" v="137" actId="2711"/>
        <pc:sldMkLst>
          <pc:docMk/>
          <pc:sldMk cId="2468365832" sldId="256"/>
        </pc:sldMkLst>
      </pc:sldChg>
      <pc:sldChg chg="addSp delSp modSp mod setBg setClrOvrMap">
        <pc:chgData name="Youssef Mostafa" userId="6017c20d-e7b7-4334-8094-0d97c1804e50" providerId="ADAL" clId="{30507607-3B4C-4D64-A8EE-CE146E678185}" dt="2025-10-11T16:47:38.574" v="945" actId="26606"/>
        <pc:sldMkLst>
          <pc:docMk/>
          <pc:sldMk cId="404658634" sldId="257"/>
        </pc:sldMkLst>
      </pc:sldChg>
      <pc:sldChg chg="addSp delSp modSp del mod setBg">
        <pc:chgData name="Youssef Mostafa" userId="6017c20d-e7b7-4334-8094-0d97c1804e50" providerId="ADAL" clId="{30507607-3B4C-4D64-A8EE-CE146E678185}" dt="2025-10-11T16:55:06.270" v="961" actId="47"/>
        <pc:sldMkLst>
          <pc:docMk/>
          <pc:sldMk cId="1940977858" sldId="258"/>
        </pc:sldMkLst>
      </pc:sldChg>
      <pc:sldChg chg="addSp delSp modSp mod setBg">
        <pc:chgData name="Youssef Mostafa" userId="6017c20d-e7b7-4334-8094-0d97c1804e50" providerId="ADAL" clId="{30507607-3B4C-4D64-A8EE-CE146E678185}" dt="2025-10-10T11:34:50.580" v="80" actId="12"/>
        <pc:sldMkLst>
          <pc:docMk/>
          <pc:sldMk cId="3495480054" sldId="259"/>
        </pc:sldMkLst>
      </pc:sldChg>
      <pc:sldChg chg="addSp delSp modSp add del mod setBg">
        <pc:chgData name="Youssef Mostafa" userId="6017c20d-e7b7-4334-8094-0d97c1804e50" providerId="ADAL" clId="{30507607-3B4C-4D64-A8EE-CE146E678185}" dt="2025-10-21T11:36:02.250" v="1073" actId="1076"/>
        <pc:sldMkLst>
          <pc:docMk/>
          <pc:sldMk cId="4267074609" sldId="260"/>
        </pc:sldMkLst>
        <pc:spChg chg="mod">
          <ac:chgData name="Youssef Mostafa" userId="6017c20d-e7b7-4334-8094-0d97c1804e50" providerId="ADAL" clId="{30507607-3B4C-4D64-A8EE-CE146E678185}" dt="2025-10-21T11:36:02.250" v="1073" actId="1076"/>
          <ac:spMkLst>
            <pc:docMk/>
            <pc:sldMk cId="4267074609" sldId="260"/>
            <ac:spMk id="2" creationId="{1107AC21-6D2D-5BF1-EB84-21B5EC79A31D}"/>
          </ac:spMkLst>
        </pc:spChg>
        <pc:graphicFrameChg chg="add mod modGraphic">
          <ac:chgData name="Youssef Mostafa" userId="6017c20d-e7b7-4334-8094-0d97c1804e50" providerId="ADAL" clId="{30507607-3B4C-4D64-A8EE-CE146E678185}" dt="2025-10-21T11:35:58.192" v="1072" actId="478"/>
          <ac:graphicFrameMkLst>
            <pc:docMk/>
            <pc:sldMk cId="4267074609" sldId="260"/>
            <ac:graphicFrameMk id="25" creationId="{669EE9D0-8CE5-6221-477E-ACEF9354DFE7}"/>
          </ac:graphicFrameMkLst>
        </pc:graphicFrameChg>
      </pc:sldChg>
      <pc:sldChg chg="addSp delSp modSp add del mod setBg">
        <pc:chgData name="Youssef Mostafa" userId="6017c20d-e7b7-4334-8094-0d97c1804e50" providerId="ADAL" clId="{30507607-3B4C-4D64-A8EE-CE146E678185}" dt="2025-10-21T11:39:10.657" v="1112" actId="1076"/>
        <pc:sldMkLst>
          <pc:docMk/>
          <pc:sldMk cId="3502812112" sldId="261"/>
        </pc:sldMkLst>
        <pc:spChg chg="add mod">
          <ac:chgData name="Youssef Mostafa" userId="6017c20d-e7b7-4334-8094-0d97c1804e50" providerId="ADAL" clId="{30507607-3B4C-4D64-A8EE-CE146E678185}" dt="2025-10-21T11:39:10.657" v="1112" actId="1076"/>
          <ac:spMkLst>
            <pc:docMk/>
            <pc:sldMk cId="3502812112" sldId="261"/>
            <ac:spMk id="6" creationId="{8BC5BB2A-DAD1-C75E-EDD3-E4D5D1282AAE}"/>
          </ac:spMkLst>
        </pc:spChg>
        <pc:graphicFrameChg chg="add del mod modGraphic">
          <ac:chgData name="Youssef Mostafa" userId="6017c20d-e7b7-4334-8094-0d97c1804e50" providerId="ADAL" clId="{30507607-3B4C-4D64-A8EE-CE146E678185}" dt="2025-10-21T11:39:00.130" v="1109" actId="108"/>
          <ac:graphicFrameMkLst>
            <pc:docMk/>
            <pc:sldMk cId="3502812112" sldId="261"/>
            <ac:graphicFrameMk id="5" creationId="{933E784E-E7B3-A98E-7743-34A2B2B49BC4}"/>
          </ac:graphicFrameMkLst>
        </pc:graphicFrameChg>
      </pc:sldChg>
      <pc:sldChg chg="addSp delSp modSp add del mod">
        <pc:chgData name="Youssef Mostafa" userId="6017c20d-e7b7-4334-8094-0d97c1804e50" providerId="ADAL" clId="{30507607-3B4C-4D64-A8EE-CE146E678185}" dt="2025-10-21T11:39:53.301" v="1117" actId="14100"/>
        <pc:sldMkLst>
          <pc:docMk/>
          <pc:sldMk cId="2178103039" sldId="262"/>
        </pc:sldMkLst>
        <pc:spChg chg="add mod">
          <ac:chgData name="Youssef Mostafa" userId="6017c20d-e7b7-4334-8094-0d97c1804e50" providerId="ADAL" clId="{30507607-3B4C-4D64-A8EE-CE146E678185}" dt="2025-10-21T11:39:53.301" v="1117" actId="14100"/>
          <ac:spMkLst>
            <pc:docMk/>
            <pc:sldMk cId="2178103039" sldId="262"/>
            <ac:spMk id="3" creationId="{D9CA380F-BAB8-B7A3-A8BF-5DE2F17BDCE4}"/>
          </ac:spMkLst>
        </pc:spChg>
      </pc:sldChg>
      <pc:sldChg chg="addSp delSp modSp add del mod ord setBg">
        <pc:chgData name="Youssef Mostafa" userId="6017c20d-e7b7-4334-8094-0d97c1804e50" providerId="ADAL" clId="{30507607-3B4C-4D64-A8EE-CE146E678185}" dt="2025-10-21T11:41:31.739" v="1122"/>
        <pc:sldMkLst>
          <pc:docMk/>
          <pc:sldMk cId="1493930253" sldId="263"/>
        </pc:sldMkLst>
        <pc:spChg chg="add mod">
          <ac:chgData name="Youssef Mostafa" userId="6017c20d-e7b7-4334-8094-0d97c1804e50" providerId="ADAL" clId="{30507607-3B4C-4D64-A8EE-CE146E678185}" dt="2025-10-21T11:39:42.505" v="1115" actId="14100"/>
          <ac:spMkLst>
            <pc:docMk/>
            <pc:sldMk cId="1493930253" sldId="263"/>
            <ac:spMk id="3" creationId="{E98166A2-6115-B3C4-7B88-9DE7CDED5F6E}"/>
          </ac:spMkLst>
        </pc:spChg>
      </pc:sldChg>
      <pc:sldChg chg="addSp delSp modSp add del mod ord setBg">
        <pc:chgData name="Youssef Mostafa" userId="6017c20d-e7b7-4334-8094-0d97c1804e50" providerId="ADAL" clId="{30507607-3B4C-4D64-A8EE-CE146E678185}" dt="2025-10-11T16:56:58.037" v="981" actId="20577"/>
        <pc:sldMkLst>
          <pc:docMk/>
          <pc:sldMk cId="3228068915" sldId="264"/>
        </pc:sldMkLst>
      </pc:sldChg>
      <pc:sldChg chg="addSp delSp modSp new add del mod">
        <pc:chgData name="Youssef Mostafa" userId="6017c20d-e7b7-4334-8094-0d97c1804e50" providerId="ADAL" clId="{30507607-3B4C-4D64-A8EE-CE146E678185}" dt="2025-10-17T12:05:14.304" v="997" actId="47"/>
        <pc:sldMkLst>
          <pc:docMk/>
          <pc:sldMk cId="3088432021" sldId="265"/>
        </pc:sldMkLst>
      </pc:sldChg>
      <pc:sldChg chg="add del">
        <pc:chgData name="Youssef Mostafa" userId="6017c20d-e7b7-4334-8094-0d97c1804e50" providerId="ADAL" clId="{30507607-3B4C-4D64-A8EE-CE146E678185}" dt="2025-10-10T12:35:20.505" v="830" actId="47"/>
        <pc:sldMkLst>
          <pc:docMk/>
          <pc:sldMk cId="1224338764" sldId="266"/>
        </pc:sldMkLst>
      </pc:sldChg>
      <pc:sldChg chg="add del">
        <pc:chgData name="Youssef Mostafa" userId="6017c20d-e7b7-4334-8094-0d97c1804e50" providerId="ADAL" clId="{30507607-3B4C-4D64-A8EE-CE146E678185}" dt="2025-10-10T12:13:01.578" v="490" actId="2696"/>
        <pc:sldMkLst>
          <pc:docMk/>
          <pc:sldMk cId="1271793301" sldId="267"/>
        </pc:sldMkLst>
      </pc:sldChg>
      <pc:sldChg chg="add del">
        <pc:chgData name="Youssef Mostafa" userId="6017c20d-e7b7-4334-8094-0d97c1804e50" providerId="ADAL" clId="{30507607-3B4C-4D64-A8EE-CE146E678185}" dt="2025-10-10T12:35:24.979" v="833" actId="47"/>
        <pc:sldMkLst>
          <pc:docMk/>
          <pc:sldMk cId="1997652585" sldId="267"/>
        </pc:sldMkLst>
      </pc:sldChg>
      <pc:sldChg chg="addSp delSp modSp new mod">
        <pc:chgData name="Youssef Mostafa" userId="6017c20d-e7b7-4334-8094-0d97c1804e50" providerId="ADAL" clId="{30507607-3B4C-4D64-A8EE-CE146E678185}" dt="2025-10-18T16:25:21.619" v="1004" actId="115"/>
        <pc:sldMkLst>
          <pc:docMk/>
          <pc:sldMk cId="3231857647" sldId="268"/>
        </pc:sldMkLst>
      </pc:sldChg>
      <pc:sldChg chg="new del ord">
        <pc:chgData name="Youssef Mostafa" userId="6017c20d-e7b7-4334-8094-0d97c1804e50" providerId="ADAL" clId="{30507607-3B4C-4D64-A8EE-CE146E678185}" dt="2025-10-10T12:35:15.001" v="817" actId="47"/>
        <pc:sldMkLst>
          <pc:docMk/>
          <pc:sldMk cId="4097422568" sldId="268"/>
        </pc:sldMkLst>
      </pc:sldChg>
      <pc:sldChg chg="delSp add del setBg delDesignElem">
        <pc:chgData name="Youssef Mostafa" userId="6017c20d-e7b7-4334-8094-0d97c1804e50" providerId="ADAL" clId="{30507607-3B4C-4D64-A8EE-CE146E678185}" dt="2025-10-11T16:47:41.362" v="946" actId="47"/>
        <pc:sldMkLst>
          <pc:docMk/>
          <pc:sldMk cId="4136123342" sldId="268"/>
        </pc:sldMkLst>
      </pc:sldChg>
      <pc:sldChg chg="new del">
        <pc:chgData name="Youssef Mostafa" userId="6017c20d-e7b7-4334-8094-0d97c1804e50" providerId="ADAL" clId="{30507607-3B4C-4D64-A8EE-CE146E678185}" dt="2025-10-10T12:34:53.080" v="494" actId="47"/>
        <pc:sldMkLst>
          <pc:docMk/>
          <pc:sldMk cId="1759676517" sldId="269"/>
        </pc:sldMkLst>
      </pc:sldChg>
      <pc:sldChg chg="addSp delSp modSp add mod ord">
        <pc:chgData name="Youssef Mostafa" userId="6017c20d-e7b7-4334-8094-0d97c1804e50" providerId="ADAL" clId="{30507607-3B4C-4D64-A8EE-CE146E678185}" dt="2025-10-20T08:14:41.195" v="1059" actId="14100"/>
        <pc:sldMkLst>
          <pc:docMk/>
          <pc:sldMk cId="2859435361" sldId="269"/>
        </pc:sldMkLst>
      </pc:sldChg>
      <pc:sldChg chg="addSp delSp modSp add mod setBg addAnim delAnim">
        <pc:chgData name="Youssef Mostafa" userId="6017c20d-e7b7-4334-8094-0d97c1804e50" providerId="ADAL" clId="{30507607-3B4C-4D64-A8EE-CE146E678185}" dt="2025-10-20T08:09:21.450" v="1038" actId="26606"/>
        <pc:sldMkLst>
          <pc:docMk/>
          <pc:sldMk cId="76116658" sldId="270"/>
        </pc:sldMkLst>
        <pc:spChg chg="mod">
          <ac:chgData name="Youssef Mostafa" userId="6017c20d-e7b7-4334-8094-0d97c1804e50" providerId="ADAL" clId="{30507607-3B4C-4D64-A8EE-CE146E678185}" dt="2025-10-20T08:09:21.450" v="1038" actId="26606"/>
          <ac:spMkLst>
            <pc:docMk/>
            <pc:sldMk cId="76116658" sldId="270"/>
            <ac:spMk id="2" creationId="{B3A785DC-C3C4-283C-9E5B-46FBB5BF579D}"/>
          </ac:spMkLst>
        </pc:spChg>
        <pc:picChg chg="add mod ord">
          <ac:chgData name="Youssef Mostafa" userId="6017c20d-e7b7-4334-8094-0d97c1804e50" providerId="ADAL" clId="{30507607-3B4C-4D64-A8EE-CE146E678185}" dt="2025-10-20T08:09:21.450" v="1038" actId="26606"/>
          <ac:picMkLst>
            <pc:docMk/>
            <pc:sldMk cId="76116658" sldId="270"/>
            <ac:picMk id="4" creationId="{D75B1F9E-47F6-9913-774C-8D447937CE97}"/>
          </ac:picMkLst>
        </pc:picChg>
        <pc:picChg chg="add mod">
          <ac:chgData name="Youssef Mostafa" userId="6017c20d-e7b7-4334-8094-0d97c1804e50" providerId="ADAL" clId="{30507607-3B4C-4D64-A8EE-CE146E678185}" dt="2025-10-20T08:09:21.450" v="1038" actId="26606"/>
          <ac:picMkLst>
            <pc:docMk/>
            <pc:sldMk cId="76116658" sldId="270"/>
            <ac:picMk id="6" creationId="{9F331B85-7A96-D279-7EB6-24E3D0F8F500}"/>
          </ac:picMkLst>
        </pc:picChg>
      </pc:sldChg>
      <pc:sldChg chg="new del">
        <pc:chgData name="Youssef Mostafa" userId="6017c20d-e7b7-4334-8094-0d97c1804e50" providerId="ADAL" clId="{30507607-3B4C-4D64-A8EE-CE146E678185}" dt="2025-10-10T12:12:53.830" v="485" actId="47"/>
        <pc:sldMkLst>
          <pc:docMk/>
          <pc:sldMk cId="3637872594" sldId="270"/>
        </pc:sldMkLst>
      </pc:sldChg>
      <pc:sldChg chg="addSp delSp modSp add mod">
        <pc:chgData name="Youssef Mostafa" userId="6017c20d-e7b7-4334-8094-0d97c1804e50" providerId="ADAL" clId="{30507607-3B4C-4D64-A8EE-CE146E678185}" dt="2025-10-20T08:10:37.057" v="1044" actId="26606"/>
        <pc:sldMkLst>
          <pc:docMk/>
          <pc:sldMk cId="1764111556" sldId="271"/>
        </pc:sldMkLst>
        <pc:spChg chg="mod">
          <ac:chgData name="Youssef Mostafa" userId="6017c20d-e7b7-4334-8094-0d97c1804e50" providerId="ADAL" clId="{30507607-3B4C-4D64-A8EE-CE146E678185}" dt="2025-10-20T08:10:37.057" v="1044" actId="26606"/>
          <ac:spMkLst>
            <pc:docMk/>
            <pc:sldMk cId="1764111556" sldId="271"/>
            <ac:spMk id="2" creationId="{6CCF145E-E064-0918-15C2-1BB03092EFF6}"/>
          </ac:spMkLst>
        </pc:spChg>
        <pc:picChg chg="add mod">
          <ac:chgData name="Youssef Mostafa" userId="6017c20d-e7b7-4334-8094-0d97c1804e50" providerId="ADAL" clId="{30507607-3B4C-4D64-A8EE-CE146E678185}" dt="2025-10-20T08:10:37.057" v="1044" actId="26606"/>
          <ac:picMkLst>
            <pc:docMk/>
            <pc:sldMk cId="1764111556" sldId="271"/>
            <ac:picMk id="4" creationId="{64BA955B-FE60-D505-A079-F3FA7EF699F5}"/>
          </ac:picMkLst>
        </pc:picChg>
      </pc:sldChg>
      <pc:sldChg chg="new del">
        <pc:chgData name="Youssef Mostafa" userId="6017c20d-e7b7-4334-8094-0d97c1804e50" providerId="ADAL" clId="{30507607-3B4C-4D64-A8EE-CE146E678185}" dt="2025-10-10T12:35:14.976" v="816" actId="47"/>
        <pc:sldMkLst>
          <pc:docMk/>
          <pc:sldMk cId="2069134914" sldId="271"/>
        </pc:sldMkLst>
      </pc:sldChg>
      <pc:sldChg chg="addSp delSp modSp add mod setBg">
        <pc:chgData name="Youssef Mostafa" userId="6017c20d-e7b7-4334-8094-0d97c1804e50" providerId="ADAL" clId="{30507607-3B4C-4D64-A8EE-CE146E678185}" dt="2025-10-21T11:41:29.092" v="1120" actId="26606"/>
        <pc:sldMkLst>
          <pc:docMk/>
          <pc:sldMk cId="2598012724" sldId="272"/>
        </pc:sldMkLst>
        <pc:spChg chg="mod">
          <ac:chgData name="Youssef Mostafa" userId="6017c20d-e7b7-4334-8094-0d97c1804e50" providerId="ADAL" clId="{30507607-3B4C-4D64-A8EE-CE146E678185}" dt="2025-10-20T08:12:46.747" v="1050" actId="26606"/>
          <ac:spMkLst>
            <pc:docMk/>
            <pc:sldMk cId="2598012724" sldId="272"/>
            <ac:spMk id="2" creationId="{4926CF51-D747-33C6-5F97-CBDF2F894E82}"/>
          </ac:spMkLst>
        </pc:spChg>
        <pc:picChg chg="add mod">
          <ac:chgData name="Youssef Mostafa" userId="6017c20d-e7b7-4334-8094-0d97c1804e50" providerId="ADAL" clId="{30507607-3B4C-4D64-A8EE-CE146E678185}" dt="2025-10-21T11:41:29.092" v="1120" actId="26606"/>
          <ac:picMkLst>
            <pc:docMk/>
            <pc:sldMk cId="2598012724" sldId="272"/>
            <ac:picMk id="4" creationId="{49226803-3F2C-8E64-5CA8-D0011F873A28}"/>
          </ac:picMkLst>
        </pc:picChg>
      </pc:sldChg>
      <pc:sldChg chg="new del">
        <pc:chgData name="Youssef Mostafa" userId="6017c20d-e7b7-4334-8094-0d97c1804e50" providerId="ADAL" clId="{30507607-3B4C-4D64-A8EE-CE146E678185}" dt="2025-10-10T12:12:55.336" v="486" actId="47"/>
        <pc:sldMkLst>
          <pc:docMk/>
          <pc:sldMk cId="3843418622" sldId="272"/>
        </pc:sldMkLst>
      </pc:sldChg>
      <pc:sldChg chg="new del">
        <pc:chgData name="Youssef Mostafa" userId="6017c20d-e7b7-4334-8094-0d97c1804e50" providerId="ADAL" clId="{30507607-3B4C-4D64-A8EE-CE146E678185}" dt="2025-10-10T12:12:56.137" v="487" actId="47"/>
        <pc:sldMkLst>
          <pc:docMk/>
          <pc:sldMk cId="66357809" sldId="273"/>
        </pc:sldMkLst>
      </pc:sldChg>
      <pc:sldChg chg="addSp delSp modSp add mod">
        <pc:chgData name="Youssef Mostafa" userId="6017c20d-e7b7-4334-8094-0d97c1804e50" providerId="ADAL" clId="{30507607-3B4C-4D64-A8EE-CE146E678185}" dt="2025-10-20T12:32:39.554" v="1061" actId="1076"/>
        <pc:sldMkLst>
          <pc:docMk/>
          <pc:sldMk cId="566872128" sldId="273"/>
        </pc:sldMkLst>
        <pc:spChg chg="mod">
          <ac:chgData name="Youssef Mostafa" userId="6017c20d-e7b7-4334-8094-0d97c1804e50" providerId="ADAL" clId="{30507607-3B4C-4D64-A8EE-CE146E678185}" dt="2025-10-20T08:02:53.484" v="1027" actId="26606"/>
          <ac:spMkLst>
            <pc:docMk/>
            <pc:sldMk cId="566872128" sldId="273"/>
            <ac:spMk id="2" creationId="{CA5EF723-FF18-DE3D-ABBB-48B50B1702A7}"/>
          </ac:spMkLst>
        </pc:spChg>
        <pc:picChg chg="add mod">
          <ac:chgData name="Youssef Mostafa" userId="6017c20d-e7b7-4334-8094-0d97c1804e50" providerId="ADAL" clId="{30507607-3B4C-4D64-A8EE-CE146E678185}" dt="2025-10-20T08:02:53.484" v="1027" actId="26606"/>
          <ac:picMkLst>
            <pc:docMk/>
            <pc:sldMk cId="566872128" sldId="273"/>
            <ac:picMk id="4" creationId="{A0804C7C-13A8-D084-4B5F-8C626CAF62A8}"/>
          </ac:picMkLst>
        </pc:picChg>
        <pc:picChg chg="add mod">
          <ac:chgData name="Youssef Mostafa" userId="6017c20d-e7b7-4334-8094-0d97c1804e50" providerId="ADAL" clId="{30507607-3B4C-4D64-A8EE-CE146E678185}" dt="2025-10-20T12:32:39.554" v="1061" actId="1076"/>
          <ac:picMkLst>
            <pc:docMk/>
            <pc:sldMk cId="566872128" sldId="273"/>
            <ac:picMk id="6" creationId="{D05C564E-FEE9-FC0C-0C00-D4BB11508A61}"/>
          </ac:picMkLst>
        </pc:picChg>
      </pc:sldChg>
      <pc:sldChg chg="addSp delSp modSp add mod setBg addAnim delAnim">
        <pc:chgData name="Youssef Mostafa" userId="6017c20d-e7b7-4334-8094-0d97c1804e50" providerId="ADAL" clId="{30507607-3B4C-4D64-A8EE-CE146E678185}" dt="2025-10-20T08:13:30.208" v="1056" actId="26606"/>
        <pc:sldMkLst>
          <pc:docMk/>
          <pc:sldMk cId="731345445" sldId="274"/>
        </pc:sldMkLst>
        <pc:spChg chg="mod">
          <ac:chgData name="Youssef Mostafa" userId="6017c20d-e7b7-4334-8094-0d97c1804e50" providerId="ADAL" clId="{30507607-3B4C-4D64-A8EE-CE146E678185}" dt="2025-10-20T08:13:30.208" v="1056" actId="26606"/>
          <ac:spMkLst>
            <pc:docMk/>
            <pc:sldMk cId="731345445" sldId="274"/>
            <ac:spMk id="2" creationId="{4D417D1B-94B9-831A-C0D9-87F5A41DEB5B}"/>
          </ac:spMkLst>
        </pc:spChg>
        <pc:picChg chg="add mod ord">
          <ac:chgData name="Youssef Mostafa" userId="6017c20d-e7b7-4334-8094-0d97c1804e50" providerId="ADAL" clId="{30507607-3B4C-4D64-A8EE-CE146E678185}" dt="2025-10-20T08:13:30.208" v="1056" actId="26606"/>
          <ac:picMkLst>
            <pc:docMk/>
            <pc:sldMk cId="731345445" sldId="274"/>
            <ac:picMk id="4" creationId="{0AB54A6D-FDDF-00E2-A411-1ADC89E210D3}"/>
          </ac:picMkLst>
        </pc:picChg>
        <pc:picChg chg="add mod">
          <ac:chgData name="Youssef Mostafa" userId="6017c20d-e7b7-4334-8094-0d97c1804e50" providerId="ADAL" clId="{30507607-3B4C-4D64-A8EE-CE146E678185}" dt="2025-10-20T08:13:30.208" v="1056" actId="26606"/>
          <ac:picMkLst>
            <pc:docMk/>
            <pc:sldMk cId="731345445" sldId="274"/>
            <ac:picMk id="8" creationId="{FC9BEEA5-B7BE-277E-18C7-449C7A8371FF}"/>
          </ac:picMkLst>
        </pc:picChg>
      </pc:sldChg>
      <pc:sldChg chg="new del">
        <pc:chgData name="Youssef Mostafa" userId="6017c20d-e7b7-4334-8094-0d97c1804e50" providerId="ADAL" clId="{30507607-3B4C-4D64-A8EE-CE146E678185}" dt="2025-10-10T12:12:56.793" v="488" actId="47"/>
        <pc:sldMkLst>
          <pc:docMk/>
          <pc:sldMk cId="2348579316" sldId="274"/>
        </pc:sldMkLst>
      </pc:sldChg>
      <pc:sldChg chg="new del">
        <pc:chgData name="Youssef Mostafa" userId="6017c20d-e7b7-4334-8094-0d97c1804e50" providerId="ADAL" clId="{30507607-3B4C-4D64-A8EE-CE146E678185}" dt="2025-10-10T12:12:57.243" v="489" actId="47"/>
        <pc:sldMkLst>
          <pc:docMk/>
          <pc:sldMk cId="2322919441" sldId="275"/>
        </pc:sldMkLst>
      </pc:sldChg>
      <pc:sldChg chg="new del">
        <pc:chgData name="Youssef Mostafa" userId="6017c20d-e7b7-4334-8094-0d97c1804e50" providerId="ADAL" clId="{30507607-3B4C-4D64-A8EE-CE146E678185}" dt="2025-10-10T12:34:55.050" v="495" actId="47"/>
        <pc:sldMkLst>
          <pc:docMk/>
          <pc:sldMk cId="3926789306" sldId="276"/>
        </pc:sldMkLst>
      </pc:sldChg>
      <pc:sldChg chg="new del">
        <pc:chgData name="Youssef Mostafa" userId="6017c20d-e7b7-4334-8094-0d97c1804e50" providerId="ADAL" clId="{30507607-3B4C-4D64-A8EE-CE146E678185}" dt="2025-10-10T12:35:14.946" v="815" actId="47"/>
        <pc:sldMkLst>
          <pc:docMk/>
          <pc:sldMk cId="1331464528" sldId="277"/>
        </pc:sldMkLst>
      </pc:sldChg>
      <pc:sldChg chg="new del">
        <pc:chgData name="Youssef Mostafa" userId="6017c20d-e7b7-4334-8094-0d97c1804e50" providerId="ADAL" clId="{30507607-3B4C-4D64-A8EE-CE146E678185}" dt="2025-10-10T12:34:55.438" v="496" actId="47"/>
        <pc:sldMkLst>
          <pc:docMk/>
          <pc:sldMk cId="2704921764" sldId="278"/>
        </pc:sldMkLst>
      </pc:sldChg>
      <pc:sldChg chg="new del">
        <pc:chgData name="Youssef Mostafa" userId="6017c20d-e7b7-4334-8094-0d97c1804e50" providerId="ADAL" clId="{30507607-3B4C-4D64-A8EE-CE146E678185}" dt="2025-10-10T12:35:14.898" v="814" actId="47"/>
        <pc:sldMkLst>
          <pc:docMk/>
          <pc:sldMk cId="3274898994" sldId="279"/>
        </pc:sldMkLst>
      </pc:sldChg>
      <pc:sldChg chg="new del">
        <pc:chgData name="Youssef Mostafa" userId="6017c20d-e7b7-4334-8094-0d97c1804e50" providerId="ADAL" clId="{30507607-3B4C-4D64-A8EE-CE146E678185}" dt="2025-10-10T12:34:55.962" v="497" actId="47"/>
        <pc:sldMkLst>
          <pc:docMk/>
          <pc:sldMk cId="1339166324" sldId="280"/>
        </pc:sldMkLst>
      </pc:sldChg>
      <pc:sldChg chg="new del">
        <pc:chgData name="Youssef Mostafa" userId="6017c20d-e7b7-4334-8094-0d97c1804e50" providerId="ADAL" clId="{30507607-3B4C-4D64-A8EE-CE146E678185}" dt="2025-10-10T12:34:56.353" v="498" actId="47"/>
        <pc:sldMkLst>
          <pc:docMk/>
          <pc:sldMk cId="1756583009" sldId="281"/>
        </pc:sldMkLst>
      </pc:sldChg>
      <pc:sldChg chg="new del">
        <pc:chgData name="Youssef Mostafa" userId="6017c20d-e7b7-4334-8094-0d97c1804e50" providerId="ADAL" clId="{30507607-3B4C-4D64-A8EE-CE146E678185}" dt="2025-10-10T12:34:56.602" v="499" actId="47"/>
        <pc:sldMkLst>
          <pc:docMk/>
          <pc:sldMk cId="1855830855" sldId="282"/>
        </pc:sldMkLst>
      </pc:sldChg>
      <pc:sldChg chg="new del">
        <pc:chgData name="Youssef Mostafa" userId="6017c20d-e7b7-4334-8094-0d97c1804e50" providerId="ADAL" clId="{30507607-3B4C-4D64-A8EE-CE146E678185}" dt="2025-10-10T12:34:56.904" v="500" actId="47"/>
        <pc:sldMkLst>
          <pc:docMk/>
          <pc:sldMk cId="3498852118" sldId="283"/>
        </pc:sldMkLst>
      </pc:sldChg>
      <pc:sldChg chg="new del">
        <pc:chgData name="Youssef Mostafa" userId="6017c20d-e7b7-4334-8094-0d97c1804e50" providerId="ADAL" clId="{30507607-3B4C-4D64-A8EE-CE146E678185}" dt="2025-10-10T12:34:57.122" v="501" actId="47"/>
        <pc:sldMkLst>
          <pc:docMk/>
          <pc:sldMk cId="1106176344" sldId="284"/>
        </pc:sldMkLst>
      </pc:sldChg>
      <pc:sldChg chg="new del">
        <pc:chgData name="Youssef Mostafa" userId="6017c20d-e7b7-4334-8094-0d97c1804e50" providerId="ADAL" clId="{30507607-3B4C-4D64-A8EE-CE146E678185}" dt="2025-10-10T12:34:57.288" v="502" actId="47"/>
        <pc:sldMkLst>
          <pc:docMk/>
          <pc:sldMk cId="802395401" sldId="285"/>
        </pc:sldMkLst>
      </pc:sldChg>
      <pc:sldChg chg="new del">
        <pc:chgData name="Youssef Mostafa" userId="6017c20d-e7b7-4334-8094-0d97c1804e50" providerId="ADAL" clId="{30507607-3B4C-4D64-A8EE-CE146E678185}" dt="2025-10-10T12:34:57.435" v="503" actId="47"/>
        <pc:sldMkLst>
          <pc:docMk/>
          <pc:sldMk cId="788017449" sldId="286"/>
        </pc:sldMkLst>
      </pc:sldChg>
      <pc:sldChg chg="new del">
        <pc:chgData name="Youssef Mostafa" userId="6017c20d-e7b7-4334-8094-0d97c1804e50" providerId="ADAL" clId="{30507607-3B4C-4D64-A8EE-CE146E678185}" dt="2025-10-10T12:34:57.615" v="504" actId="47"/>
        <pc:sldMkLst>
          <pc:docMk/>
          <pc:sldMk cId="4161742487" sldId="287"/>
        </pc:sldMkLst>
      </pc:sldChg>
      <pc:sldChg chg="new del">
        <pc:chgData name="Youssef Mostafa" userId="6017c20d-e7b7-4334-8094-0d97c1804e50" providerId="ADAL" clId="{30507607-3B4C-4D64-A8EE-CE146E678185}" dt="2025-10-10T12:34:57.802" v="505" actId="47"/>
        <pc:sldMkLst>
          <pc:docMk/>
          <pc:sldMk cId="2489666791" sldId="288"/>
        </pc:sldMkLst>
      </pc:sldChg>
      <pc:sldChg chg="new del">
        <pc:chgData name="Youssef Mostafa" userId="6017c20d-e7b7-4334-8094-0d97c1804e50" providerId="ADAL" clId="{30507607-3B4C-4D64-A8EE-CE146E678185}" dt="2025-10-10T12:34:57.979" v="506" actId="47"/>
        <pc:sldMkLst>
          <pc:docMk/>
          <pc:sldMk cId="2012335545" sldId="289"/>
        </pc:sldMkLst>
      </pc:sldChg>
      <pc:sldChg chg="new del">
        <pc:chgData name="Youssef Mostafa" userId="6017c20d-e7b7-4334-8094-0d97c1804e50" providerId="ADAL" clId="{30507607-3B4C-4D64-A8EE-CE146E678185}" dt="2025-10-10T12:34:58.164" v="507" actId="47"/>
        <pc:sldMkLst>
          <pc:docMk/>
          <pc:sldMk cId="2680682805" sldId="290"/>
        </pc:sldMkLst>
      </pc:sldChg>
      <pc:sldChg chg="new del">
        <pc:chgData name="Youssef Mostafa" userId="6017c20d-e7b7-4334-8094-0d97c1804e50" providerId="ADAL" clId="{30507607-3B4C-4D64-A8EE-CE146E678185}" dt="2025-10-10T12:34:58.673" v="508" actId="47"/>
        <pc:sldMkLst>
          <pc:docMk/>
          <pc:sldMk cId="2629310867" sldId="291"/>
        </pc:sldMkLst>
      </pc:sldChg>
      <pc:sldChg chg="new del">
        <pc:chgData name="Youssef Mostafa" userId="6017c20d-e7b7-4334-8094-0d97c1804e50" providerId="ADAL" clId="{30507607-3B4C-4D64-A8EE-CE146E678185}" dt="2025-10-10T12:34:58.730" v="509" actId="47"/>
        <pc:sldMkLst>
          <pc:docMk/>
          <pc:sldMk cId="2027970318" sldId="292"/>
        </pc:sldMkLst>
      </pc:sldChg>
      <pc:sldChg chg="new del">
        <pc:chgData name="Youssef Mostafa" userId="6017c20d-e7b7-4334-8094-0d97c1804e50" providerId="ADAL" clId="{30507607-3B4C-4D64-A8EE-CE146E678185}" dt="2025-10-10T12:34:58.788" v="510" actId="47"/>
        <pc:sldMkLst>
          <pc:docMk/>
          <pc:sldMk cId="1485871751" sldId="293"/>
        </pc:sldMkLst>
      </pc:sldChg>
      <pc:sldChg chg="new del">
        <pc:chgData name="Youssef Mostafa" userId="6017c20d-e7b7-4334-8094-0d97c1804e50" providerId="ADAL" clId="{30507607-3B4C-4D64-A8EE-CE146E678185}" dt="2025-10-10T12:34:58.843" v="511" actId="47"/>
        <pc:sldMkLst>
          <pc:docMk/>
          <pc:sldMk cId="2657871315" sldId="294"/>
        </pc:sldMkLst>
      </pc:sldChg>
      <pc:sldChg chg="new del">
        <pc:chgData name="Youssef Mostafa" userId="6017c20d-e7b7-4334-8094-0d97c1804e50" providerId="ADAL" clId="{30507607-3B4C-4D64-A8EE-CE146E678185}" dt="2025-10-10T12:34:58.902" v="512" actId="47"/>
        <pc:sldMkLst>
          <pc:docMk/>
          <pc:sldMk cId="1337187909" sldId="295"/>
        </pc:sldMkLst>
      </pc:sldChg>
      <pc:sldChg chg="new del">
        <pc:chgData name="Youssef Mostafa" userId="6017c20d-e7b7-4334-8094-0d97c1804e50" providerId="ADAL" clId="{30507607-3B4C-4D64-A8EE-CE146E678185}" dt="2025-10-10T12:34:58.957" v="513" actId="47"/>
        <pc:sldMkLst>
          <pc:docMk/>
          <pc:sldMk cId="3071203079" sldId="296"/>
        </pc:sldMkLst>
      </pc:sldChg>
      <pc:sldChg chg="new del">
        <pc:chgData name="Youssef Mostafa" userId="6017c20d-e7b7-4334-8094-0d97c1804e50" providerId="ADAL" clId="{30507607-3B4C-4D64-A8EE-CE146E678185}" dt="2025-10-10T12:34:59.012" v="514" actId="47"/>
        <pc:sldMkLst>
          <pc:docMk/>
          <pc:sldMk cId="916222941" sldId="297"/>
        </pc:sldMkLst>
      </pc:sldChg>
      <pc:sldChg chg="new del">
        <pc:chgData name="Youssef Mostafa" userId="6017c20d-e7b7-4334-8094-0d97c1804e50" providerId="ADAL" clId="{30507607-3B4C-4D64-A8EE-CE146E678185}" dt="2025-10-10T12:34:59.069" v="515" actId="47"/>
        <pc:sldMkLst>
          <pc:docMk/>
          <pc:sldMk cId="3768201762" sldId="298"/>
        </pc:sldMkLst>
      </pc:sldChg>
      <pc:sldChg chg="new del">
        <pc:chgData name="Youssef Mostafa" userId="6017c20d-e7b7-4334-8094-0d97c1804e50" providerId="ADAL" clId="{30507607-3B4C-4D64-A8EE-CE146E678185}" dt="2025-10-10T12:34:59.128" v="516" actId="47"/>
        <pc:sldMkLst>
          <pc:docMk/>
          <pc:sldMk cId="4014182309" sldId="299"/>
        </pc:sldMkLst>
      </pc:sldChg>
      <pc:sldChg chg="new del">
        <pc:chgData name="Youssef Mostafa" userId="6017c20d-e7b7-4334-8094-0d97c1804e50" providerId="ADAL" clId="{30507607-3B4C-4D64-A8EE-CE146E678185}" dt="2025-10-10T12:34:59.187" v="517" actId="47"/>
        <pc:sldMkLst>
          <pc:docMk/>
          <pc:sldMk cId="3137731264" sldId="300"/>
        </pc:sldMkLst>
      </pc:sldChg>
      <pc:sldChg chg="new del">
        <pc:chgData name="Youssef Mostafa" userId="6017c20d-e7b7-4334-8094-0d97c1804e50" providerId="ADAL" clId="{30507607-3B4C-4D64-A8EE-CE146E678185}" dt="2025-10-10T12:34:59.245" v="518" actId="47"/>
        <pc:sldMkLst>
          <pc:docMk/>
          <pc:sldMk cId="4162440809" sldId="301"/>
        </pc:sldMkLst>
      </pc:sldChg>
      <pc:sldChg chg="new del">
        <pc:chgData name="Youssef Mostafa" userId="6017c20d-e7b7-4334-8094-0d97c1804e50" providerId="ADAL" clId="{30507607-3B4C-4D64-A8EE-CE146E678185}" dt="2025-10-10T12:34:59.304" v="519" actId="47"/>
        <pc:sldMkLst>
          <pc:docMk/>
          <pc:sldMk cId="2250487982" sldId="302"/>
        </pc:sldMkLst>
      </pc:sldChg>
      <pc:sldChg chg="new del">
        <pc:chgData name="Youssef Mostafa" userId="6017c20d-e7b7-4334-8094-0d97c1804e50" providerId="ADAL" clId="{30507607-3B4C-4D64-A8EE-CE146E678185}" dt="2025-10-10T12:34:59.361" v="520" actId="47"/>
        <pc:sldMkLst>
          <pc:docMk/>
          <pc:sldMk cId="3785000030" sldId="303"/>
        </pc:sldMkLst>
      </pc:sldChg>
      <pc:sldChg chg="new del">
        <pc:chgData name="Youssef Mostafa" userId="6017c20d-e7b7-4334-8094-0d97c1804e50" providerId="ADAL" clId="{30507607-3B4C-4D64-A8EE-CE146E678185}" dt="2025-10-10T12:34:59.415" v="521" actId="47"/>
        <pc:sldMkLst>
          <pc:docMk/>
          <pc:sldMk cId="2254998581" sldId="304"/>
        </pc:sldMkLst>
      </pc:sldChg>
      <pc:sldChg chg="new del">
        <pc:chgData name="Youssef Mostafa" userId="6017c20d-e7b7-4334-8094-0d97c1804e50" providerId="ADAL" clId="{30507607-3B4C-4D64-A8EE-CE146E678185}" dt="2025-10-10T12:34:59.469" v="522" actId="47"/>
        <pc:sldMkLst>
          <pc:docMk/>
          <pc:sldMk cId="4085389866" sldId="305"/>
        </pc:sldMkLst>
      </pc:sldChg>
      <pc:sldChg chg="new del">
        <pc:chgData name="Youssef Mostafa" userId="6017c20d-e7b7-4334-8094-0d97c1804e50" providerId="ADAL" clId="{30507607-3B4C-4D64-A8EE-CE146E678185}" dt="2025-10-10T12:34:59.523" v="523" actId="47"/>
        <pc:sldMkLst>
          <pc:docMk/>
          <pc:sldMk cId="81303809" sldId="306"/>
        </pc:sldMkLst>
      </pc:sldChg>
      <pc:sldChg chg="new del">
        <pc:chgData name="Youssef Mostafa" userId="6017c20d-e7b7-4334-8094-0d97c1804e50" providerId="ADAL" clId="{30507607-3B4C-4D64-A8EE-CE146E678185}" dt="2025-10-10T12:34:59.585" v="524" actId="47"/>
        <pc:sldMkLst>
          <pc:docMk/>
          <pc:sldMk cId="2194736378" sldId="307"/>
        </pc:sldMkLst>
      </pc:sldChg>
      <pc:sldChg chg="new del">
        <pc:chgData name="Youssef Mostafa" userId="6017c20d-e7b7-4334-8094-0d97c1804e50" providerId="ADAL" clId="{30507607-3B4C-4D64-A8EE-CE146E678185}" dt="2025-10-10T12:34:59.639" v="525" actId="47"/>
        <pc:sldMkLst>
          <pc:docMk/>
          <pc:sldMk cId="3008799448" sldId="308"/>
        </pc:sldMkLst>
      </pc:sldChg>
      <pc:sldChg chg="new del">
        <pc:chgData name="Youssef Mostafa" userId="6017c20d-e7b7-4334-8094-0d97c1804e50" providerId="ADAL" clId="{30507607-3B4C-4D64-A8EE-CE146E678185}" dt="2025-10-10T12:34:59.692" v="526" actId="47"/>
        <pc:sldMkLst>
          <pc:docMk/>
          <pc:sldMk cId="95983210" sldId="309"/>
        </pc:sldMkLst>
      </pc:sldChg>
      <pc:sldChg chg="new del">
        <pc:chgData name="Youssef Mostafa" userId="6017c20d-e7b7-4334-8094-0d97c1804e50" providerId="ADAL" clId="{30507607-3B4C-4D64-A8EE-CE146E678185}" dt="2025-10-10T12:34:59.750" v="527" actId="47"/>
        <pc:sldMkLst>
          <pc:docMk/>
          <pc:sldMk cId="2093124144" sldId="310"/>
        </pc:sldMkLst>
      </pc:sldChg>
      <pc:sldChg chg="new del">
        <pc:chgData name="Youssef Mostafa" userId="6017c20d-e7b7-4334-8094-0d97c1804e50" providerId="ADAL" clId="{30507607-3B4C-4D64-A8EE-CE146E678185}" dt="2025-10-10T12:34:59.805" v="528" actId="47"/>
        <pc:sldMkLst>
          <pc:docMk/>
          <pc:sldMk cId="985399816" sldId="311"/>
        </pc:sldMkLst>
      </pc:sldChg>
      <pc:sldChg chg="new del">
        <pc:chgData name="Youssef Mostafa" userId="6017c20d-e7b7-4334-8094-0d97c1804e50" providerId="ADAL" clId="{30507607-3B4C-4D64-A8EE-CE146E678185}" dt="2025-10-10T12:34:59.863" v="529" actId="47"/>
        <pc:sldMkLst>
          <pc:docMk/>
          <pc:sldMk cId="3732948563" sldId="312"/>
        </pc:sldMkLst>
      </pc:sldChg>
      <pc:sldChg chg="new del">
        <pc:chgData name="Youssef Mostafa" userId="6017c20d-e7b7-4334-8094-0d97c1804e50" providerId="ADAL" clId="{30507607-3B4C-4D64-A8EE-CE146E678185}" dt="2025-10-10T12:34:59.920" v="530" actId="47"/>
        <pc:sldMkLst>
          <pc:docMk/>
          <pc:sldMk cId="955860111" sldId="313"/>
        </pc:sldMkLst>
      </pc:sldChg>
      <pc:sldChg chg="new del">
        <pc:chgData name="Youssef Mostafa" userId="6017c20d-e7b7-4334-8094-0d97c1804e50" providerId="ADAL" clId="{30507607-3B4C-4D64-A8EE-CE146E678185}" dt="2025-10-10T12:34:59.972" v="531" actId="47"/>
        <pc:sldMkLst>
          <pc:docMk/>
          <pc:sldMk cId="2888451201" sldId="314"/>
        </pc:sldMkLst>
      </pc:sldChg>
      <pc:sldChg chg="new del">
        <pc:chgData name="Youssef Mostafa" userId="6017c20d-e7b7-4334-8094-0d97c1804e50" providerId="ADAL" clId="{30507607-3B4C-4D64-A8EE-CE146E678185}" dt="2025-10-10T12:35:00.034" v="532" actId="47"/>
        <pc:sldMkLst>
          <pc:docMk/>
          <pc:sldMk cId="1003116391" sldId="315"/>
        </pc:sldMkLst>
      </pc:sldChg>
      <pc:sldChg chg="new del">
        <pc:chgData name="Youssef Mostafa" userId="6017c20d-e7b7-4334-8094-0d97c1804e50" providerId="ADAL" clId="{30507607-3B4C-4D64-A8EE-CE146E678185}" dt="2025-10-10T12:35:00.088" v="533" actId="47"/>
        <pc:sldMkLst>
          <pc:docMk/>
          <pc:sldMk cId="999247080" sldId="316"/>
        </pc:sldMkLst>
      </pc:sldChg>
      <pc:sldChg chg="new del">
        <pc:chgData name="Youssef Mostafa" userId="6017c20d-e7b7-4334-8094-0d97c1804e50" providerId="ADAL" clId="{30507607-3B4C-4D64-A8EE-CE146E678185}" dt="2025-10-10T12:35:00.141" v="534" actId="47"/>
        <pc:sldMkLst>
          <pc:docMk/>
          <pc:sldMk cId="1812520410" sldId="317"/>
        </pc:sldMkLst>
      </pc:sldChg>
      <pc:sldChg chg="new del">
        <pc:chgData name="Youssef Mostafa" userId="6017c20d-e7b7-4334-8094-0d97c1804e50" providerId="ADAL" clId="{30507607-3B4C-4D64-A8EE-CE146E678185}" dt="2025-10-10T12:35:00.196" v="535" actId="47"/>
        <pc:sldMkLst>
          <pc:docMk/>
          <pc:sldMk cId="9282501" sldId="318"/>
        </pc:sldMkLst>
      </pc:sldChg>
      <pc:sldChg chg="new del">
        <pc:chgData name="Youssef Mostafa" userId="6017c20d-e7b7-4334-8094-0d97c1804e50" providerId="ADAL" clId="{30507607-3B4C-4D64-A8EE-CE146E678185}" dt="2025-10-10T12:35:00.255" v="536" actId="47"/>
        <pc:sldMkLst>
          <pc:docMk/>
          <pc:sldMk cId="1831020981" sldId="319"/>
        </pc:sldMkLst>
      </pc:sldChg>
      <pc:sldChg chg="new del">
        <pc:chgData name="Youssef Mostafa" userId="6017c20d-e7b7-4334-8094-0d97c1804e50" providerId="ADAL" clId="{30507607-3B4C-4D64-A8EE-CE146E678185}" dt="2025-10-10T12:35:00.314" v="537" actId="47"/>
        <pc:sldMkLst>
          <pc:docMk/>
          <pc:sldMk cId="2982261853" sldId="320"/>
        </pc:sldMkLst>
      </pc:sldChg>
      <pc:sldChg chg="new del">
        <pc:chgData name="Youssef Mostafa" userId="6017c20d-e7b7-4334-8094-0d97c1804e50" providerId="ADAL" clId="{30507607-3B4C-4D64-A8EE-CE146E678185}" dt="2025-10-10T12:35:00.372" v="538" actId="47"/>
        <pc:sldMkLst>
          <pc:docMk/>
          <pc:sldMk cId="3094084946" sldId="321"/>
        </pc:sldMkLst>
      </pc:sldChg>
      <pc:sldChg chg="new del">
        <pc:chgData name="Youssef Mostafa" userId="6017c20d-e7b7-4334-8094-0d97c1804e50" providerId="ADAL" clId="{30507607-3B4C-4D64-A8EE-CE146E678185}" dt="2025-10-10T12:35:00.431" v="539" actId="47"/>
        <pc:sldMkLst>
          <pc:docMk/>
          <pc:sldMk cId="1762842455" sldId="322"/>
        </pc:sldMkLst>
      </pc:sldChg>
      <pc:sldChg chg="new del">
        <pc:chgData name="Youssef Mostafa" userId="6017c20d-e7b7-4334-8094-0d97c1804e50" providerId="ADAL" clId="{30507607-3B4C-4D64-A8EE-CE146E678185}" dt="2025-10-10T12:35:00.490" v="540" actId="47"/>
        <pc:sldMkLst>
          <pc:docMk/>
          <pc:sldMk cId="2278796985" sldId="323"/>
        </pc:sldMkLst>
      </pc:sldChg>
      <pc:sldChg chg="new del">
        <pc:chgData name="Youssef Mostafa" userId="6017c20d-e7b7-4334-8094-0d97c1804e50" providerId="ADAL" clId="{30507607-3B4C-4D64-A8EE-CE146E678185}" dt="2025-10-10T12:35:00.546" v="541" actId="47"/>
        <pc:sldMkLst>
          <pc:docMk/>
          <pc:sldMk cId="1731307922" sldId="324"/>
        </pc:sldMkLst>
      </pc:sldChg>
      <pc:sldChg chg="new del">
        <pc:chgData name="Youssef Mostafa" userId="6017c20d-e7b7-4334-8094-0d97c1804e50" providerId="ADAL" clId="{30507607-3B4C-4D64-A8EE-CE146E678185}" dt="2025-10-10T12:35:00.601" v="542" actId="47"/>
        <pc:sldMkLst>
          <pc:docMk/>
          <pc:sldMk cId="1228952748" sldId="325"/>
        </pc:sldMkLst>
      </pc:sldChg>
      <pc:sldChg chg="new del">
        <pc:chgData name="Youssef Mostafa" userId="6017c20d-e7b7-4334-8094-0d97c1804e50" providerId="ADAL" clId="{30507607-3B4C-4D64-A8EE-CE146E678185}" dt="2025-10-10T12:35:00.655" v="543" actId="47"/>
        <pc:sldMkLst>
          <pc:docMk/>
          <pc:sldMk cId="2649797880" sldId="326"/>
        </pc:sldMkLst>
      </pc:sldChg>
      <pc:sldChg chg="new del">
        <pc:chgData name="Youssef Mostafa" userId="6017c20d-e7b7-4334-8094-0d97c1804e50" providerId="ADAL" clId="{30507607-3B4C-4D64-A8EE-CE146E678185}" dt="2025-10-10T12:35:00.708" v="544" actId="47"/>
        <pc:sldMkLst>
          <pc:docMk/>
          <pc:sldMk cId="2683768255" sldId="327"/>
        </pc:sldMkLst>
      </pc:sldChg>
      <pc:sldChg chg="new del">
        <pc:chgData name="Youssef Mostafa" userId="6017c20d-e7b7-4334-8094-0d97c1804e50" providerId="ADAL" clId="{30507607-3B4C-4D64-A8EE-CE146E678185}" dt="2025-10-10T12:35:00.764" v="545" actId="47"/>
        <pc:sldMkLst>
          <pc:docMk/>
          <pc:sldMk cId="2624829424" sldId="328"/>
        </pc:sldMkLst>
      </pc:sldChg>
      <pc:sldChg chg="new del">
        <pc:chgData name="Youssef Mostafa" userId="6017c20d-e7b7-4334-8094-0d97c1804e50" providerId="ADAL" clId="{30507607-3B4C-4D64-A8EE-CE146E678185}" dt="2025-10-10T12:35:00.823" v="546" actId="47"/>
        <pc:sldMkLst>
          <pc:docMk/>
          <pc:sldMk cId="2662665899" sldId="329"/>
        </pc:sldMkLst>
      </pc:sldChg>
      <pc:sldChg chg="new del">
        <pc:chgData name="Youssef Mostafa" userId="6017c20d-e7b7-4334-8094-0d97c1804e50" providerId="ADAL" clId="{30507607-3B4C-4D64-A8EE-CE146E678185}" dt="2025-10-10T12:35:00.879" v="547" actId="47"/>
        <pc:sldMkLst>
          <pc:docMk/>
          <pc:sldMk cId="3016429243" sldId="330"/>
        </pc:sldMkLst>
      </pc:sldChg>
      <pc:sldChg chg="new del">
        <pc:chgData name="Youssef Mostafa" userId="6017c20d-e7b7-4334-8094-0d97c1804e50" providerId="ADAL" clId="{30507607-3B4C-4D64-A8EE-CE146E678185}" dt="2025-10-10T12:35:00.932" v="548" actId="47"/>
        <pc:sldMkLst>
          <pc:docMk/>
          <pc:sldMk cId="3378516238" sldId="331"/>
        </pc:sldMkLst>
      </pc:sldChg>
      <pc:sldChg chg="new del">
        <pc:chgData name="Youssef Mostafa" userId="6017c20d-e7b7-4334-8094-0d97c1804e50" providerId="ADAL" clId="{30507607-3B4C-4D64-A8EE-CE146E678185}" dt="2025-10-10T12:35:00.986" v="549" actId="47"/>
        <pc:sldMkLst>
          <pc:docMk/>
          <pc:sldMk cId="1783479778" sldId="332"/>
        </pc:sldMkLst>
      </pc:sldChg>
      <pc:sldChg chg="new del">
        <pc:chgData name="Youssef Mostafa" userId="6017c20d-e7b7-4334-8094-0d97c1804e50" providerId="ADAL" clId="{30507607-3B4C-4D64-A8EE-CE146E678185}" dt="2025-10-10T12:35:01.043" v="550" actId="47"/>
        <pc:sldMkLst>
          <pc:docMk/>
          <pc:sldMk cId="3147163150" sldId="333"/>
        </pc:sldMkLst>
      </pc:sldChg>
      <pc:sldChg chg="new del">
        <pc:chgData name="Youssef Mostafa" userId="6017c20d-e7b7-4334-8094-0d97c1804e50" providerId="ADAL" clId="{30507607-3B4C-4D64-A8EE-CE146E678185}" dt="2025-10-10T12:35:01.099" v="551" actId="47"/>
        <pc:sldMkLst>
          <pc:docMk/>
          <pc:sldMk cId="2246472457" sldId="334"/>
        </pc:sldMkLst>
      </pc:sldChg>
      <pc:sldChg chg="new del">
        <pc:chgData name="Youssef Mostafa" userId="6017c20d-e7b7-4334-8094-0d97c1804e50" providerId="ADAL" clId="{30507607-3B4C-4D64-A8EE-CE146E678185}" dt="2025-10-10T12:35:01.151" v="552" actId="47"/>
        <pc:sldMkLst>
          <pc:docMk/>
          <pc:sldMk cId="2841432079" sldId="335"/>
        </pc:sldMkLst>
      </pc:sldChg>
      <pc:sldChg chg="new del">
        <pc:chgData name="Youssef Mostafa" userId="6017c20d-e7b7-4334-8094-0d97c1804e50" providerId="ADAL" clId="{30507607-3B4C-4D64-A8EE-CE146E678185}" dt="2025-10-10T12:35:01.205" v="553" actId="47"/>
        <pc:sldMkLst>
          <pc:docMk/>
          <pc:sldMk cId="2072924946" sldId="336"/>
        </pc:sldMkLst>
      </pc:sldChg>
      <pc:sldChg chg="new del">
        <pc:chgData name="Youssef Mostafa" userId="6017c20d-e7b7-4334-8094-0d97c1804e50" providerId="ADAL" clId="{30507607-3B4C-4D64-A8EE-CE146E678185}" dt="2025-10-10T12:35:01.255" v="554" actId="47"/>
        <pc:sldMkLst>
          <pc:docMk/>
          <pc:sldMk cId="2227634549" sldId="337"/>
        </pc:sldMkLst>
      </pc:sldChg>
      <pc:sldChg chg="new del">
        <pc:chgData name="Youssef Mostafa" userId="6017c20d-e7b7-4334-8094-0d97c1804e50" providerId="ADAL" clId="{30507607-3B4C-4D64-A8EE-CE146E678185}" dt="2025-10-10T12:35:01.308" v="555" actId="47"/>
        <pc:sldMkLst>
          <pc:docMk/>
          <pc:sldMk cId="1243247990" sldId="338"/>
        </pc:sldMkLst>
      </pc:sldChg>
      <pc:sldChg chg="new del">
        <pc:chgData name="Youssef Mostafa" userId="6017c20d-e7b7-4334-8094-0d97c1804e50" providerId="ADAL" clId="{30507607-3B4C-4D64-A8EE-CE146E678185}" dt="2025-10-10T12:35:01.365" v="556" actId="47"/>
        <pc:sldMkLst>
          <pc:docMk/>
          <pc:sldMk cId="2629418029" sldId="339"/>
        </pc:sldMkLst>
      </pc:sldChg>
      <pc:sldChg chg="new del">
        <pc:chgData name="Youssef Mostafa" userId="6017c20d-e7b7-4334-8094-0d97c1804e50" providerId="ADAL" clId="{30507607-3B4C-4D64-A8EE-CE146E678185}" dt="2025-10-10T12:35:01.419" v="557" actId="47"/>
        <pc:sldMkLst>
          <pc:docMk/>
          <pc:sldMk cId="439167579" sldId="340"/>
        </pc:sldMkLst>
      </pc:sldChg>
      <pc:sldChg chg="new del">
        <pc:chgData name="Youssef Mostafa" userId="6017c20d-e7b7-4334-8094-0d97c1804e50" providerId="ADAL" clId="{30507607-3B4C-4D64-A8EE-CE146E678185}" dt="2025-10-10T12:35:01.472" v="558" actId="47"/>
        <pc:sldMkLst>
          <pc:docMk/>
          <pc:sldMk cId="2793084933" sldId="341"/>
        </pc:sldMkLst>
      </pc:sldChg>
      <pc:sldChg chg="new del">
        <pc:chgData name="Youssef Mostafa" userId="6017c20d-e7b7-4334-8094-0d97c1804e50" providerId="ADAL" clId="{30507607-3B4C-4D64-A8EE-CE146E678185}" dt="2025-10-10T12:35:01.531" v="559" actId="47"/>
        <pc:sldMkLst>
          <pc:docMk/>
          <pc:sldMk cId="2841804136" sldId="342"/>
        </pc:sldMkLst>
      </pc:sldChg>
      <pc:sldChg chg="new del">
        <pc:chgData name="Youssef Mostafa" userId="6017c20d-e7b7-4334-8094-0d97c1804e50" providerId="ADAL" clId="{30507607-3B4C-4D64-A8EE-CE146E678185}" dt="2025-10-10T12:35:01.601" v="560" actId="47"/>
        <pc:sldMkLst>
          <pc:docMk/>
          <pc:sldMk cId="1301159818" sldId="343"/>
        </pc:sldMkLst>
      </pc:sldChg>
      <pc:sldChg chg="new del">
        <pc:chgData name="Youssef Mostafa" userId="6017c20d-e7b7-4334-8094-0d97c1804e50" providerId="ADAL" clId="{30507607-3B4C-4D64-A8EE-CE146E678185}" dt="2025-10-10T12:35:01.663" v="561" actId="47"/>
        <pc:sldMkLst>
          <pc:docMk/>
          <pc:sldMk cId="3776614007" sldId="344"/>
        </pc:sldMkLst>
      </pc:sldChg>
      <pc:sldChg chg="new del">
        <pc:chgData name="Youssef Mostafa" userId="6017c20d-e7b7-4334-8094-0d97c1804e50" providerId="ADAL" clId="{30507607-3B4C-4D64-A8EE-CE146E678185}" dt="2025-10-10T12:35:01.719" v="562" actId="47"/>
        <pc:sldMkLst>
          <pc:docMk/>
          <pc:sldMk cId="2475693535" sldId="345"/>
        </pc:sldMkLst>
      </pc:sldChg>
      <pc:sldChg chg="new del">
        <pc:chgData name="Youssef Mostafa" userId="6017c20d-e7b7-4334-8094-0d97c1804e50" providerId="ADAL" clId="{30507607-3B4C-4D64-A8EE-CE146E678185}" dt="2025-10-10T12:35:01.777" v="563" actId="47"/>
        <pc:sldMkLst>
          <pc:docMk/>
          <pc:sldMk cId="1412154276" sldId="346"/>
        </pc:sldMkLst>
      </pc:sldChg>
      <pc:sldChg chg="new del">
        <pc:chgData name="Youssef Mostafa" userId="6017c20d-e7b7-4334-8094-0d97c1804e50" providerId="ADAL" clId="{30507607-3B4C-4D64-A8EE-CE146E678185}" dt="2025-10-10T12:35:01.835" v="564" actId="47"/>
        <pc:sldMkLst>
          <pc:docMk/>
          <pc:sldMk cId="481192704" sldId="347"/>
        </pc:sldMkLst>
      </pc:sldChg>
      <pc:sldChg chg="new del">
        <pc:chgData name="Youssef Mostafa" userId="6017c20d-e7b7-4334-8094-0d97c1804e50" providerId="ADAL" clId="{30507607-3B4C-4D64-A8EE-CE146E678185}" dt="2025-10-10T12:35:01.904" v="565" actId="47"/>
        <pc:sldMkLst>
          <pc:docMk/>
          <pc:sldMk cId="3434560377" sldId="348"/>
        </pc:sldMkLst>
      </pc:sldChg>
      <pc:sldChg chg="new del">
        <pc:chgData name="Youssef Mostafa" userId="6017c20d-e7b7-4334-8094-0d97c1804e50" providerId="ADAL" clId="{30507607-3B4C-4D64-A8EE-CE146E678185}" dt="2025-10-10T12:35:01.977" v="566" actId="47"/>
        <pc:sldMkLst>
          <pc:docMk/>
          <pc:sldMk cId="243655017" sldId="349"/>
        </pc:sldMkLst>
      </pc:sldChg>
      <pc:sldChg chg="new del">
        <pc:chgData name="Youssef Mostafa" userId="6017c20d-e7b7-4334-8094-0d97c1804e50" providerId="ADAL" clId="{30507607-3B4C-4D64-A8EE-CE146E678185}" dt="2025-10-10T12:35:02.038" v="567" actId="47"/>
        <pc:sldMkLst>
          <pc:docMk/>
          <pc:sldMk cId="3940580534" sldId="350"/>
        </pc:sldMkLst>
      </pc:sldChg>
      <pc:sldChg chg="new del">
        <pc:chgData name="Youssef Mostafa" userId="6017c20d-e7b7-4334-8094-0d97c1804e50" providerId="ADAL" clId="{30507607-3B4C-4D64-A8EE-CE146E678185}" dt="2025-10-10T12:35:02.097" v="568" actId="47"/>
        <pc:sldMkLst>
          <pc:docMk/>
          <pc:sldMk cId="4033848005" sldId="351"/>
        </pc:sldMkLst>
      </pc:sldChg>
      <pc:sldChg chg="new del">
        <pc:chgData name="Youssef Mostafa" userId="6017c20d-e7b7-4334-8094-0d97c1804e50" providerId="ADAL" clId="{30507607-3B4C-4D64-A8EE-CE146E678185}" dt="2025-10-10T12:35:02.153" v="569" actId="47"/>
        <pc:sldMkLst>
          <pc:docMk/>
          <pc:sldMk cId="2215252838" sldId="352"/>
        </pc:sldMkLst>
      </pc:sldChg>
      <pc:sldChg chg="new del">
        <pc:chgData name="Youssef Mostafa" userId="6017c20d-e7b7-4334-8094-0d97c1804e50" providerId="ADAL" clId="{30507607-3B4C-4D64-A8EE-CE146E678185}" dt="2025-10-10T12:35:02.201" v="570" actId="47"/>
        <pc:sldMkLst>
          <pc:docMk/>
          <pc:sldMk cId="4215908967" sldId="353"/>
        </pc:sldMkLst>
      </pc:sldChg>
      <pc:sldChg chg="new del">
        <pc:chgData name="Youssef Mostafa" userId="6017c20d-e7b7-4334-8094-0d97c1804e50" providerId="ADAL" clId="{30507607-3B4C-4D64-A8EE-CE146E678185}" dt="2025-10-10T12:35:02.255" v="571" actId="47"/>
        <pc:sldMkLst>
          <pc:docMk/>
          <pc:sldMk cId="3755222930" sldId="354"/>
        </pc:sldMkLst>
      </pc:sldChg>
      <pc:sldChg chg="new del">
        <pc:chgData name="Youssef Mostafa" userId="6017c20d-e7b7-4334-8094-0d97c1804e50" providerId="ADAL" clId="{30507607-3B4C-4D64-A8EE-CE146E678185}" dt="2025-10-10T12:35:02.307" v="572" actId="47"/>
        <pc:sldMkLst>
          <pc:docMk/>
          <pc:sldMk cId="1878787503" sldId="355"/>
        </pc:sldMkLst>
      </pc:sldChg>
      <pc:sldChg chg="new del">
        <pc:chgData name="Youssef Mostafa" userId="6017c20d-e7b7-4334-8094-0d97c1804e50" providerId="ADAL" clId="{30507607-3B4C-4D64-A8EE-CE146E678185}" dt="2025-10-10T12:35:02.364" v="573" actId="47"/>
        <pc:sldMkLst>
          <pc:docMk/>
          <pc:sldMk cId="3382330164" sldId="356"/>
        </pc:sldMkLst>
      </pc:sldChg>
      <pc:sldChg chg="new del">
        <pc:chgData name="Youssef Mostafa" userId="6017c20d-e7b7-4334-8094-0d97c1804e50" providerId="ADAL" clId="{30507607-3B4C-4D64-A8EE-CE146E678185}" dt="2025-10-10T12:35:02.422" v="574" actId="47"/>
        <pc:sldMkLst>
          <pc:docMk/>
          <pc:sldMk cId="3985014445" sldId="357"/>
        </pc:sldMkLst>
      </pc:sldChg>
      <pc:sldChg chg="new del">
        <pc:chgData name="Youssef Mostafa" userId="6017c20d-e7b7-4334-8094-0d97c1804e50" providerId="ADAL" clId="{30507607-3B4C-4D64-A8EE-CE146E678185}" dt="2025-10-10T12:35:02.474" v="575" actId="47"/>
        <pc:sldMkLst>
          <pc:docMk/>
          <pc:sldMk cId="4012509217" sldId="358"/>
        </pc:sldMkLst>
      </pc:sldChg>
      <pc:sldChg chg="new del">
        <pc:chgData name="Youssef Mostafa" userId="6017c20d-e7b7-4334-8094-0d97c1804e50" providerId="ADAL" clId="{30507607-3B4C-4D64-A8EE-CE146E678185}" dt="2025-10-10T12:35:02.531" v="576" actId="47"/>
        <pc:sldMkLst>
          <pc:docMk/>
          <pc:sldMk cId="2259968767" sldId="359"/>
        </pc:sldMkLst>
      </pc:sldChg>
      <pc:sldChg chg="new del">
        <pc:chgData name="Youssef Mostafa" userId="6017c20d-e7b7-4334-8094-0d97c1804e50" providerId="ADAL" clId="{30507607-3B4C-4D64-A8EE-CE146E678185}" dt="2025-10-10T12:35:02.586" v="577" actId="47"/>
        <pc:sldMkLst>
          <pc:docMk/>
          <pc:sldMk cId="3629901789" sldId="360"/>
        </pc:sldMkLst>
      </pc:sldChg>
      <pc:sldChg chg="new del">
        <pc:chgData name="Youssef Mostafa" userId="6017c20d-e7b7-4334-8094-0d97c1804e50" providerId="ADAL" clId="{30507607-3B4C-4D64-A8EE-CE146E678185}" dt="2025-10-10T12:35:02.639" v="578" actId="47"/>
        <pc:sldMkLst>
          <pc:docMk/>
          <pc:sldMk cId="2864454863" sldId="361"/>
        </pc:sldMkLst>
      </pc:sldChg>
      <pc:sldChg chg="new del">
        <pc:chgData name="Youssef Mostafa" userId="6017c20d-e7b7-4334-8094-0d97c1804e50" providerId="ADAL" clId="{30507607-3B4C-4D64-A8EE-CE146E678185}" dt="2025-10-10T12:35:02.691" v="579" actId="47"/>
        <pc:sldMkLst>
          <pc:docMk/>
          <pc:sldMk cId="1477800515" sldId="362"/>
        </pc:sldMkLst>
      </pc:sldChg>
      <pc:sldChg chg="new del">
        <pc:chgData name="Youssef Mostafa" userId="6017c20d-e7b7-4334-8094-0d97c1804e50" providerId="ADAL" clId="{30507607-3B4C-4D64-A8EE-CE146E678185}" dt="2025-10-10T12:35:02.742" v="580" actId="47"/>
        <pc:sldMkLst>
          <pc:docMk/>
          <pc:sldMk cId="1280240721" sldId="363"/>
        </pc:sldMkLst>
      </pc:sldChg>
      <pc:sldChg chg="new del">
        <pc:chgData name="Youssef Mostafa" userId="6017c20d-e7b7-4334-8094-0d97c1804e50" providerId="ADAL" clId="{30507607-3B4C-4D64-A8EE-CE146E678185}" dt="2025-10-10T12:35:02.797" v="581" actId="47"/>
        <pc:sldMkLst>
          <pc:docMk/>
          <pc:sldMk cId="2605528977" sldId="364"/>
        </pc:sldMkLst>
      </pc:sldChg>
      <pc:sldChg chg="new del">
        <pc:chgData name="Youssef Mostafa" userId="6017c20d-e7b7-4334-8094-0d97c1804e50" providerId="ADAL" clId="{30507607-3B4C-4D64-A8EE-CE146E678185}" dt="2025-10-10T12:35:02.846" v="582" actId="47"/>
        <pc:sldMkLst>
          <pc:docMk/>
          <pc:sldMk cId="2758499342" sldId="365"/>
        </pc:sldMkLst>
      </pc:sldChg>
      <pc:sldChg chg="new del">
        <pc:chgData name="Youssef Mostafa" userId="6017c20d-e7b7-4334-8094-0d97c1804e50" providerId="ADAL" clId="{30507607-3B4C-4D64-A8EE-CE146E678185}" dt="2025-10-10T12:35:02.896" v="583" actId="47"/>
        <pc:sldMkLst>
          <pc:docMk/>
          <pc:sldMk cId="3614384827" sldId="366"/>
        </pc:sldMkLst>
      </pc:sldChg>
      <pc:sldChg chg="new del">
        <pc:chgData name="Youssef Mostafa" userId="6017c20d-e7b7-4334-8094-0d97c1804e50" providerId="ADAL" clId="{30507607-3B4C-4D64-A8EE-CE146E678185}" dt="2025-10-10T12:35:02.946" v="584" actId="47"/>
        <pc:sldMkLst>
          <pc:docMk/>
          <pc:sldMk cId="1981774445" sldId="367"/>
        </pc:sldMkLst>
      </pc:sldChg>
      <pc:sldChg chg="new del">
        <pc:chgData name="Youssef Mostafa" userId="6017c20d-e7b7-4334-8094-0d97c1804e50" providerId="ADAL" clId="{30507607-3B4C-4D64-A8EE-CE146E678185}" dt="2025-10-10T12:35:02.995" v="585" actId="47"/>
        <pc:sldMkLst>
          <pc:docMk/>
          <pc:sldMk cId="3541549155" sldId="368"/>
        </pc:sldMkLst>
      </pc:sldChg>
      <pc:sldChg chg="new del">
        <pc:chgData name="Youssef Mostafa" userId="6017c20d-e7b7-4334-8094-0d97c1804e50" providerId="ADAL" clId="{30507607-3B4C-4D64-A8EE-CE146E678185}" dt="2025-10-10T12:35:03.044" v="586" actId="47"/>
        <pc:sldMkLst>
          <pc:docMk/>
          <pc:sldMk cId="135746837" sldId="369"/>
        </pc:sldMkLst>
      </pc:sldChg>
      <pc:sldChg chg="new del">
        <pc:chgData name="Youssef Mostafa" userId="6017c20d-e7b7-4334-8094-0d97c1804e50" providerId="ADAL" clId="{30507607-3B4C-4D64-A8EE-CE146E678185}" dt="2025-10-10T12:35:03.099" v="587" actId="47"/>
        <pc:sldMkLst>
          <pc:docMk/>
          <pc:sldMk cId="2328712495" sldId="370"/>
        </pc:sldMkLst>
      </pc:sldChg>
      <pc:sldChg chg="new del">
        <pc:chgData name="Youssef Mostafa" userId="6017c20d-e7b7-4334-8094-0d97c1804e50" providerId="ADAL" clId="{30507607-3B4C-4D64-A8EE-CE146E678185}" dt="2025-10-10T12:35:03.151" v="588" actId="47"/>
        <pc:sldMkLst>
          <pc:docMk/>
          <pc:sldMk cId="894101358" sldId="371"/>
        </pc:sldMkLst>
      </pc:sldChg>
      <pc:sldChg chg="new del">
        <pc:chgData name="Youssef Mostafa" userId="6017c20d-e7b7-4334-8094-0d97c1804e50" providerId="ADAL" clId="{30507607-3B4C-4D64-A8EE-CE146E678185}" dt="2025-10-10T12:35:03.200" v="589" actId="47"/>
        <pc:sldMkLst>
          <pc:docMk/>
          <pc:sldMk cId="2166554343" sldId="372"/>
        </pc:sldMkLst>
      </pc:sldChg>
      <pc:sldChg chg="new del">
        <pc:chgData name="Youssef Mostafa" userId="6017c20d-e7b7-4334-8094-0d97c1804e50" providerId="ADAL" clId="{30507607-3B4C-4D64-A8EE-CE146E678185}" dt="2025-10-10T12:35:03.252" v="590" actId="47"/>
        <pc:sldMkLst>
          <pc:docMk/>
          <pc:sldMk cId="262701132" sldId="373"/>
        </pc:sldMkLst>
      </pc:sldChg>
      <pc:sldChg chg="new del">
        <pc:chgData name="Youssef Mostafa" userId="6017c20d-e7b7-4334-8094-0d97c1804e50" providerId="ADAL" clId="{30507607-3B4C-4D64-A8EE-CE146E678185}" dt="2025-10-10T12:35:03.307" v="591" actId="47"/>
        <pc:sldMkLst>
          <pc:docMk/>
          <pc:sldMk cId="401514870" sldId="374"/>
        </pc:sldMkLst>
      </pc:sldChg>
      <pc:sldChg chg="new del">
        <pc:chgData name="Youssef Mostafa" userId="6017c20d-e7b7-4334-8094-0d97c1804e50" providerId="ADAL" clId="{30507607-3B4C-4D64-A8EE-CE146E678185}" dt="2025-10-10T12:35:03.354" v="592" actId="47"/>
        <pc:sldMkLst>
          <pc:docMk/>
          <pc:sldMk cId="2746126075" sldId="375"/>
        </pc:sldMkLst>
      </pc:sldChg>
      <pc:sldChg chg="new del">
        <pc:chgData name="Youssef Mostafa" userId="6017c20d-e7b7-4334-8094-0d97c1804e50" providerId="ADAL" clId="{30507607-3B4C-4D64-A8EE-CE146E678185}" dt="2025-10-10T12:35:03.404" v="593" actId="47"/>
        <pc:sldMkLst>
          <pc:docMk/>
          <pc:sldMk cId="3421798174" sldId="376"/>
        </pc:sldMkLst>
      </pc:sldChg>
      <pc:sldChg chg="new del">
        <pc:chgData name="Youssef Mostafa" userId="6017c20d-e7b7-4334-8094-0d97c1804e50" providerId="ADAL" clId="{30507607-3B4C-4D64-A8EE-CE146E678185}" dt="2025-10-10T12:35:03.454" v="594" actId="47"/>
        <pc:sldMkLst>
          <pc:docMk/>
          <pc:sldMk cId="429699483" sldId="377"/>
        </pc:sldMkLst>
      </pc:sldChg>
      <pc:sldChg chg="new del">
        <pc:chgData name="Youssef Mostafa" userId="6017c20d-e7b7-4334-8094-0d97c1804e50" providerId="ADAL" clId="{30507607-3B4C-4D64-A8EE-CE146E678185}" dt="2025-10-10T12:35:03.503" v="595" actId="47"/>
        <pc:sldMkLst>
          <pc:docMk/>
          <pc:sldMk cId="3773998230" sldId="378"/>
        </pc:sldMkLst>
      </pc:sldChg>
      <pc:sldChg chg="new del">
        <pc:chgData name="Youssef Mostafa" userId="6017c20d-e7b7-4334-8094-0d97c1804e50" providerId="ADAL" clId="{30507607-3B4C-4D64-A8EE-CE146E678185}" dt="2025-10-10T12:35:03.548" v="596" actId="47"/>
        <pc:sldMkLst>
          <pc:docMk/>
          <pc:sldMk cId="1941695330" sldId="379"/>
        </pc:sldMkLst>
      </pc:sldChg>
      <pc:sldChg chg="new del">
        <pc:chgData name="Youssef Mostafa" userId="6017c20d-e7b7-4334-8094-0d97c1804e50" providerId="ADAL" clId="{30507607-3B4C-4D64-A8EE-CE146E678185}" dt="2025-10-10T12:35:03.595" v="597" actId="47"/>
        <pc:sldMkLst>
          <pc:docMk/>
          <pc:sldMk cId="678574482" sldId="380"/>
        </pc:sldMkLst>
      </pc:sldChg>
      <pc:sldChg chg="new del">
        <pc:chgData name="Youssef Mostafa" userId="6017c20d-e7b7-4334-8094-0d97c1804e50" providerId="ADAL" clId="{30507607-3B4C-4D64-A8EE-CE146E678185}" dt="2025-10-10T12:35:03.641" v="598" actId="47"/>
        <pc:sldMkLst>
          <pc:docMk/>
          <pc:sldMk cId="961770735" sldId="381"/>
        </pc:sldMkLst>
      </pc:sldChg>
      <pc:sldChg chg="new del">
        <pc:chgData name="Youssef Mostafa" userId="6017c20d-e7b7-4334-8094-0d97c1804e50" providerId="ADAL" clId="{30507607-3B4C-4D64-A8EE-CE146E678185}" dt="2025-10-10T12:35:03.687" v="599" actId="47"/>
        <pc:sldMkLst>
          <pc:docMk/>
          <pc:sldMk cId="2166478140" sldId="382"/>
        </pc:sldMkLst>
      </pc:sldChg>
      <pc:sldChg chg="new del">
        <pc:chgData name="Youssef Mostafa" userId="6017c20d-e7b7-4334-8094-0d97c1804e50" providerId="ADAL" clId="{30507607-3B4C-4D64-A8EE-CE146E678185}" dt="2025-10-10T12:35:03.735" v="600" actId="47"/>
        <pc:sldMkLst>
          <pc:docMk/>
          <pc:sldMk cId="3811455317" sldId="383"/>
        </pc:sldMkLst>
      </pc:sldChg>
      <pc:sldChg chg="new del">
        <pc:chgData name="Youssef Mostafa" userId="6017c20d-e7b7-4334-8094-0d97c1804e50" providerId="ADAL" clId="{30507607-3B4C-4D64-A8EE-CE146E678185}" dt="2025-10-10T12:35:03.783" v="601" actId="47"/>
        <pc:sldMkLst>
          <pc:docMk/>
          <pc:sldMk cId="900562337" sldId="384"/>
        </pc:sldMkLst>
      </pc:sldChg>
      <pc:sldChg chg="new del">
        <pc:chgData name="Youssef Mostafa" userId="6017c20d-e7b7-4334-8094-0d97c1804e50" providerId="ADAL" clId="{30507607-3B4C-4D64-A8EE-CE146E678185}" dt="2025-10-10T12:35:03.834" v="602" actId="47"/>
        <pc:sldMkLst>
          <pc:docMk/>
          <pc:sldMk cId="569536748" sldId="385"/>
        </pc:sldMkLst>
      </pc:sldChg>
      <pc:sldChg chg="new del">
        <pc:chgData name="Youssef Mostafa" userId="6017c20d-e7b7-4334-8094-0d97c1804e50" providerId="ADAL" clId="{30507607-3B4C-4D64-A8EE-CE146E678185}" dt="2025-10-10T12:35:03.880" v="603" actId="47"/>
        <pc:sldMkLst>
          <pc:docMk/>
          <pc:sldMk cId="3517899449" sldId="386"/>
        </pc:sldMkLst>
      </pc:sldChg>
      <pc:sldChg chg="new del">
        <pc:chgData name="Youssef Mostafa" userId="6017c20d-e7b7-4334-8094-0d97c1804e50" providerId="ADAL" clId="{30507607-3B4C-4D64-A8EE-CE146E678185}" dt="2025-10-10T12:35:03.928" v="604" actId="47"/>
        <pc:sldMkLst>
          <pc:docMk/>
          <pc:sldMk cId="2004234069" sldId="387"/>
        </pc:sldMkLst>
      </pc:sldChg>
      <pc:sldChg chg="new del">
        <pc:chgData name="Youssef Mostafa" userId="6017c20d-e7b7-4334-8094-0d97c1804e50" providerId="ADAL" clId="{30507607-3B4C-4D64-A8EE-CE146E678185}" dt="2025-10-10T12:35:03.974" v="605" actId="47"/>
        <pc:sldMkLst>
          <pc:docMk/>
          <pc:sldMk cId="2186191718" sldId="388"/>
        </pc:sldMkLst>
      </pc:sldChg>
      <pc:sldChg chg="new del">
        <pc:chgData name="Youssef Mostafa" userId="6017c20d-e7b7-4334-8094-0d97c1804e50" providerId="ADAL" clId="{30507607-3B4C-4D64-A8EE-CE146E678185}" dt="2025-10-10T12:35:04.021" v="606" actId="47"/>
        <pc:sldMkLst>
          <pc:docMk/>
          <pc:sldMk cId="2946298321" sldId="389"/>
        </pc:sldMkLst>
      </pc:sldChg>
      <pc:sldChg chg="new del">
        <pc:chgData name="Youssef Mostafa" userId="6017c20d-e7b7-4334-8094-0d97c1804e50" providerId="ADAL" clId="{30507607-3B4C-4D64-A8EE-CE146E678185}" dt="2025-10-10T12:35:04.069" v="607" actId="47"/>
        <pc:sldMkLst>
          <pc:docMk/>
          <pc:sldMk cId="2566740724" sldId="390"/>
        </pc:sldMkLst>
      </pc:sldChg>
      <pc:sldChg chg="new del">
        <pc:chgData name="Youssef Mostafa" userId="6017c20d-e7b7-4334-8094-0d97c1804e50" providerId="ADAL" clId="{30507607-3B4C-4D64-A8EE-CE146E678185}" dt="2025-10-10T12:35:04.118" v="608" actId="47"/>
        <pc:sldMkLst>
          <pc:docMk/>
          <pc:sldMk cId="4208007633" sldId="391"/>
        </pc:sldMkLst>
      </pc:sldChg>
      <pc:sldChg chg="new del">
        <pc:chgData name="Youssef Mostafa" userId="6017c20d-e7b7-4334-8094-0d97c1804e50" providerId="ADAL" clId="{30507607-3B4C-4D64-A8EE-CE146E678185}" dt="2025-10-10T12:35:04.163" v="609" actId="47"/>
        <pc:sldMkLst>
          <pc:docMk/>
          <pc:sldMk cId="1719915803" sldId="392"/>
        </pc:sldMkLst>
      </pc:sldChg>
      <pc:sldChg chg="new del">
        <pc:chgData name="Youssef Mostafa" userId="6017c20d-e7b7-4334-8094-0d97c1804e50" providerId="ADAL" clId="{30507607-3B4C-4D64-A8EE-CE146E678185}" dt="2025-10-10T12:35:04.207" v="610" actId="47"/>
        <pc:sldMkLst>
          <pc:docMk/>
          <pc:sldMk cId="328433845" sldId="393"/>
        </pc:sldMkLst>
      </pc:sldChg>
      <pc:sldChg chg="new del">
        <pc:chgData name="Youssef Mostafa" userId="6017c20d-e7b7-4334-8094-0d97c1804e50" providerId="ADAL" clId="{30507607-3B4C-4D64-A8EE-CE146E678185}" dt="2025-10-10T12:35:04.252" v="611" actId="47"/>
        <pc:sldMkLst>
          <pc:docMk/>
          <pc:sldMk cId="1564582272" sldId="394"/>
        </pc:sldMkLst>
      </pc:sldChg>
      <pc:sldChg chg="new del">
        <pc:chgData name="Youssef Mostafa" userId="6017c20d-e7b7-4334-8094-0d97c1804e50" providerId="ADAL" clId="{30507607-3B4C-4D64-A8EE-CE146E678185}" dt="2025-10-10T12:35:04.297" v="612" actId="47"/>
        <pc:sldMkLst>
          <pc:docMk/>
          <pc:sldMk cId="3396806074" sldId="395"/>
        </pc:sldMkLst>
      </pc:sldChg>
      <pc:sldChg chg="new del">
        <pc:chgData name="Youssef Mostafa" userId="6017c20d-e7b7-4334-8094-0d97c1804e50" providerId="ADAL" clId="{30507607-3B4C-4D64-A8EE-CE146E678185}" dt="2025-10-10T12:35:04.345" v="613" actId="47"/>
        <pc:sldMkLst>
          <pc:docMk/>
          <pc:sldMk cId="552817208" sldId="396"/>
        </pc:sldMkLst>
      </pc:sldChg>
      <pc:sldChg chg="new del">
        <pc:chgData name="Youssef Mostafa" userId="6017c20d-e7b7-4334-8094-0d97c1804e50" providerId="ADAL" clId="{30507607-3B4C-4D64-A8EE-CE146E678185}" dt="2025-10-10T12:35:04.390" v="614" actId="47"/>
        <pc:sldMkLst>
          <pc:docMk/>
          <pc:sldMk cId="551270511" sldId="397"/>
        </pc:sldMkLst>
      </pc:sldChg>
      <pc:sldChg chg="new del">
        <pc:chgData name="Youssef Mostafa" userId="6017c20d-e7b7-4334-8094-0d97c1804e50" providerId="ADAL" clId="{30507607-3B4C-4D64-A8EE-CE146E678185}" dt="2025-10-10T12:35:04.439" v="615" actId="47"/>
        <pc:sldMkLst>
          <pc:docMk/>
          <pc:sldMk cId="3870963196" sldId="398"/>
        </pc:sldMkLst>
      </pc:sldChg>
      <pc:sldChg chg="new del">
        <pc:chgData name="Youssef Mostafa" userId="6017c20d-e7b7-4334-8094-0d97c1804e50" providerId="ADAL" clId="{30507607-3B4C-4D64-A8EE-CE146E678185}" dt="2025-10-10T12:35:04.489" v="616" actId="47"/>
        <pc:sldMkLst>
          <pc:docMk/>
          <pc:sldMk cId="1473695240" sldId="399"/>
        </pc:sldMkLst>
      </pc:sldChg>
      <pc:sldChg chg="new del">
        <pc:chgData name="Youssef Mostafa" userId="6017c20d-e7b7-4334-8094-0d97c1804e50" providerId="ADAL" clId="{30507607-3B4C-4D64-A8EE-CE146E678185}" dt="2025-10-10T12:35:04.539" v="617" actId="47"/>
        <pc:sldMkLst>
          <pc:docMk/>
          <pc:sldMk cId="2962983430" sldId="400"/>
        </pc:sldMkLst>
      </pc:sldChg>
      <pc:sldChg chg="new del">
        <pc:chgData name="Youssef Mostafa" userId="6017c20d-e7b7-4334-8094-0d97c1804e50" providerId="ADAL" clId="{30507607-3B4C-4D64-A8EE-CE146E678185}" dt="2025-10-10T12:35:04.587" v="618" actId="47"/>
        <pc:sldMkLst>
          <pc:docMk/>
          <pc:sldMk cId="1627313917" sldId="401"/>
        </pc:sldMkLst>
      </pc:sldChg>
      <pc:sldChg chg="new del">
        <pc:chgData name="Youssef Mostafa" userId="6017c20d-e7b7-4334-8094-0d97c1804e50" providerId="ADAL" clId="{30507607-3B4C-4D64-A8EE-CE146E678185}" dt="2025-10-10T12:35:04.634" v="619" actId="47"/>
        <pc:sldMkLst>
          <pc:docMk/>
          <pc:sldMk cId="3836966599" sldId="402"/>
        </pc:sldMkLst>
      </pc:sldChg>
      <pc:sldChg chg="new del">
        <pc:chgData name="Youssef Mostafa" userId="6017c20d-e7b7-4334-8094-0d97c1804e50" providerId="ADAL" clId="{30507607-3B4C-4D64-A8EE-CE146E678185}" dt="2025-10-10T12:35:04.683" v="620" actId="47"/>
        <pc:sldMkLst>
          <pc:docMk/>
          <pc:sldMk cId="2209554822" sldId="403"/>
        </pc:sldMkLst>
      </pc:sldChg>
      <pc:sldChg chg="new del">
        <pc:chgData name="Youssef Mostafa" userId="6017c20d-e7b7-4334-8094-0d97c1804e50" providerId="ADAL" clId="{30507607-3B4C-4D64-A8EE-CE146E678185}" dt="2025-10-10T12:35:04.729" v="621" actId="47"/>
        <pc:sldMkLst>
          <pc:docMk/>
          <pc:sldMk cId="110349406" sldId="404"/>
        </pc:sldMkLst>
      </pc:sldChg>
      <pc:sldChg chg="new del">
        <pc:chgData name="Youssef Mostafa" userId="6017c20d-e7b7-4334-8094-0d97c1804e50" providerId="ADAL" clId="{30507607-3B4C-4D64-A8EE-CE146E678185}" dt="2025-10-10T12:35:04.776" v="622" actId="47"/>
        <pc:sldMkLst>
          <pc:docMk/>
          <pc:sldMk cId="924821365" sldId="405"/>
        </pc:sldMkLst>
      </pc:sldChg>
      <pc:sldChg chg="new del">
        <pc:chgData name="Youssef Mostafa" userId="6017c20d-e7b7-4334-8094-0d97c1804e50" providerId="ADAL" clId="{30507607-3B4C-4D64-A8EE-CE146E678185}" dt="2025-10-10T12:35:04.822" v="623" actId="47"/>
        <pc:sldMkLst>
          <pc:docMk/>
          <pc:sldMk cId="819622428" sldId="406"/>
        </pc:sldMkLst>
      </pc:sldChg>
      <pc:sldChg chg="new del">
        <pc:chgData name="Youssef Mostafa" userId="6017c20d-e7b7-4334-8094-0d97c1804e50" providerId="ADAL" clId="{30507607-3B4C-4D64-A8EE-CE146E678185}" dt="2025-10-10T12:35:04.870" v="624" actId="47"/>
        <pc:sldMkLst>
          <pc:docMk/>
          <pc:sldMk cId="1689064736" sldId="407"/>
        </pc:sldMkLst>
      </pc:sldChg>
      <pc:sldChg chg="new del">
        <pc:chgData name="Youssef Mostafa" userId="6017c20d-e7b7-4334-8094-0d97c1804e50" providerId="ADAL" clId="{30507607-3B4C-4D64-A8EE-CE146E678185}" dt="2025-10-10T12:35:04.918" v="625" actId="47"/>
        <pc:sldMkLst>
          <pc:docMk/>
          <pc:sldMk cId="2302287800" sldId="408"/>
        </pc:sldMkLst>
      </pc:sldChg>
      <pc:sldChg chg="new del">
        <pc:chgData name="Youssef Mostafa" userId="6017c20d-e7b7-4334-8094-0d97c1804e50" providerId="ADAL" clId="{30507607-3B4C-4D64-A8EE-CE146E678185}" dt="2025-10-10T12:35:04.965" v="626" actId="47"/>
        <pc:sldMkLst>
          <pc:docMk/>
          <pc:sldMk cId="2155572618" sldId="409"/>
        </pc:sldMkLst>
      </pc:sldChg>
      <pc:sldChg chg="new del">
        <pc:chgData name="Youssef Mostafa" userId="6017c20d-e7b7-4334-8094-0d97c1804e50" providerId="ADAL" clId="{30507607-3B4C-4D64-A8EE-CE146E678185}" dt="2025-10-10T12:35:05.011" v="627" actId="47"/>
        <pc:sldMkLst>
          <pc:docMk/>
          <pc:sldMk cId="3588888080" sldId="410"/>
        </pc:sldMkLst>
      </pc:sldChg>
      <pc:sldChg chg="new del">
        <pc:chgData name="Youssef Mostafa" userId="6017c20d-e7b7-4334-8094-0d97c1804e50" providerId="ADAL" clId="{30507607-3B4C-4D64-A8EE-CE146E678185}" dt="2025-10-10T12:35:05.060" v="628" actId="47"/>
        <pc:sldMkLst>
          <pc:docMk/>
          <pc:sldMk cId="1023167888" sldId="411"/>
        </pc:sldMkLst>
      </pc:sldChg>
      <pc:sldChg chg="new del">
        <pc:chgData name="Youssef Mostafa" userId="6017c20d-e7b7-4334-8094-0d97c1804e50" providerId="ADAL" clId="{30507607-3B4C-4D64-A8EE-CE146E678185}" dt="2025-10-10T12:35:05.105" v="629" actId="47"/>
        <pc:sldMkLst>
          <pc:docMk/>
          <pc:sldMk cId="3208772654" sldId="412"/>
        </pc:sldMkLst>
      </pc:sldChg>
      <pc:sldChg chg="new del">
        <pc:chgData name="Youssef Mostafa" userId="6017c20d-e7b7-4334-8094-0d97c1804e50" providerId="ADAL" clId="{30507607-3B4C-4D64-A8EE-CE146E678185}" dt="2025-10-10T12:35:05.150" v="630" actId="47"/>
        <pc:sldMkLst>
          <pc:docMk/>
          <pc:sldMk cId="1009207456" sldId="413"/>
        </pc:sldMkLst>
      </pc:sldChg>
      <pc:sldChg chg="new del">
        <pc:chgData name="Youssef Mostafa" userId="6017c20d-e7b7-4334-8094-0d97c1804e50" providerId="ADAL" clId="{30507607-3B4C-4D64-A8EE-CE146E678185}" dt="2025-10-10T12:35:05.198" v="631" actId="47"/>
        <pc:sldMkLst>
          <pc:docMk/>
          <pc:sldMk cId="3952337730" sldId="414"/>
        </pc:sldMkLst>
      </pc:sldChg>
      <pc:sldChg chg="new del">
        <pc:chgData name="Youssef Mostafa" userId="6017c20d-e7b7-4334-8094-0d97c1804e50" providerId="ADAL" clId="{30507607-3B4C-4D64-A8EE-CE146E678185}" dt="2025-10-10T12:35:05.242" v="632" actId="47"/>
        <pc:sldMkLst>
          <pc:docMk/>
          <pc:sldMk cId="3280010708" sldId="415"/>
        </pc:sldMkLst>
      </pc:sldChg>
      <pc:sldChg chg="new del">
        <pc:chgData name="Youssef Mostafa" userId="6017c20d-e7b7-4334-8094-0d97c1804e50" providerId="ADAL" clId="{30507607-3B4C-4D64-A8EE-CE146E678185}" dt="2025-10-10T12:35:05.286" v="633" actId="47"/>
        <pc:sldMkLst>
          <pc:docMk/>
          <pc:sldMk cId="2956625483" sldId="416"/>
        </pc:sldMkLst>
      </pc:sldChg>
      <pc:sldChg chg="new del">
        <pc:chgData name="Youssef Mostafa" userId="6017c20d-e7b7-4334-8094-0d97c1804e50" providerId="ADAL" clId="{30507607-3B4C-4D64-A8EE-CE146E678185}" dt="2025-10-10T12:35:05.335" v="634" actId="47"/>
        <pc:sldMkLst>
          <pc:docMk/>
          <pc:sldMk cId="1203387383" sldId="417"/>
        </pc:sldMkLst>
      </pc:sldChg>
      <pc:sldChg chg="new del">
        <pc:chgData name="Youssef Mostafa" userId="6017c20d-e7b7-4334-8094-0d97c1804e50" providerId="ADAL" clId="{30507607-3B4C-4D64-A8EE-CE146E678185}" dt="2025-10-10T12:35:05.380" v="635" actId="47"/>
        <pc:sldMkLst>
          <pc:docMk/>
          <pc:sldMk cId="995784303" sldId="418"/>
        </pc:sldMkLst>
      </pc:sldChg>
      <pc:sldChg chg="new del">
        <pc:chgData name="Youssef Mostafa" userId="6017c20d-e7b7-4334-8094-0d97c1804e50" providerId="ADAL" clId="{30507607-3B4C-4D64-A8EE-CE146E678185}" dt="2025-10-10T12:35:06.789" v="636" actId="47"/>
        <pc:sldMkLst>
          <pc:docMk/>
          <pc:sldMk cId="1170607518" sldId="419"/>
        </pc:sldMkLst>
      </pc:sldChg>
      <pc:sldChg chg="new del">
        <pc:chgData name="Youssef Mostafa" userId="6017c20d-e7b7-4334-8094-0d97c1804e50" providerId="ADAL" clId="{30507607-3B4C-4D64-A8EE-CE146E678185}" dt="2025-10-10T12:35:07.302" v="637" actId="47"/>
        <pc:sldMkLst>
          <pc:docMk/>
          <pc:sldMk cId="2583945615" sldId="420"/>
        </pc:sldMkLst>
      </pc:sldChg>
      <pc:sldChg chg="new del">
        <pc:chgData name="Youssef Mostafa" userId="6017c20d-e7b7-4334-8094-0d97c1804e50" providerId="ADAL" clId="{30507607-3B4C-4D64-A8EE-CE146E678185}" dt="2025-10-10T12:35:07.353" v="638" actId="47"/>
        <pc:sldMkLst>
          <pc:docMk/>
          <pc:sldMk cId="3214247162" sldId="421"/>
        </pc:sldMkLst>
      </pc:sldChg>
      <pc:sldChg chg="new del">
        <pc:chgData name="Youssef Mostafa" userId="6017c20d-e7b7-4334-8094-0d97c1804e50" providerId="ADAL" clId="{30507607-3B4C-4D64-A8EE-CE146E678185}" dt="2025-10-10T12:35:07.405" v="639" actId="47"/>
        <pc:sldMkLst>
          <pc:docMk/>
          <pc:sldMk cId="3489748507" sldId="422"/>
        </pc:sldMkLst>
      </pc:sldChg>
      <pc:sldChg chg="new del">
        <pc:chgData name="Youssef Mostafa" userId="6017c20d-e7b7-4334-8094-0d97c1804e50" providerId="ADAL" clId="{30507607-3B4C-4D64-A8EE-CE146E678185}" dt="2025-10-10T12:35:07.450" v="640" actId="47"/>
        <pc:sldMkLst>
          <pc:docMk/>
          <pc:sldMk cId="3984418916" sldId="423"/>
        </pc:sldMkLst>
      </pc:sldChg>
      <pc:sldChg chg="new del">
        <pc:chgData name="Youssef Mostafa" userId="6017c20d-e7b7-4334-8094-0d97c1804e50" providerId="ADAL" clId="{30507607-3B4C-4D64-A8EE-CE146E678185}" dt="2025-10-10T12:35:07.494" v="641" actId="47"/>
        <pc:sldMkLst>
          <pc:docMk/>
          <pc:sldMk cId="1866139578" sldId="424"/>
        </pc:sldMkLst>
      </pc:sldChg>
      <pc:sldChg chg="new del">
        <pc:chgData name="Youssef Mostafa" userId="6017c20d-e7b7-4334-8094-0d97c1804e50" providerId="ADAL" clId="{30507607-3B4C-4D64-A8EE-CE146E678185}" dt="2025-10-10T12:35:07.542" v="642" actId="47"/>
        <pc:sldMkLst>
          <pc:docMk/>
          <pc:sldMk cId="2910167164" sldId="425"/>
        </pc:sldMkLst>
      </pc:sldChg>
      <pc:sldChg chg="new del">
        <pc:chgData name="Youssef Mostafa" userId="6017c20d-e7b7-4334-8094-0d97c1804e50" providerId="ADAL" clId="{30507607-3B4C-4D64-A8EE-CE146E678185}" dt="2025-10-10T12:35:07.594" v="643" actId="47"/>
        <pc:sldMkLst>
          <pc:docMk/>
          <pc:sldMk cId="4102840990" sldId="426"/>
        </pc:sldMkLst>
      </pc:sldChg>
      <pc:sldChg chg="new del">
        <pc:chgData name="Youssef Mostafa" userId="6017c20d-e7b7-4334-8094-0d97c1804e50" providerId="ADAL" clId="{30507607-3B4C-4D64-A8EE-CE146E678185}" dt="2025-10-10T12:35:07.639" v="644" actId="47"/>
        <pc:sldMkLst>
          <pc:docMk/>
          <pc:sldMk cId="2919673768" sldId="427"/>
        </pc:sldMkLst>
      </pc:sldChg>
      <pc:sldChg chg="new del">
        <pc:chgData name="Youssef Mostafa" userId="6017c20d-e7b7-4334-8094-0d97c1804e50" providerId="ADAL" clId="{30507607-3B4C-4D64-A8EE-CE146E678185}" dt="2025-10-10T12:35:07.682" v="645" actId="47"/>
        <pc:sldMkLst>
          <pc:docMk/>
          <pc:sldMk cId="1189560316" sldId="428"/>
        </pc:sldMkLst>
      </pc:sldChg>
      <pc:sldChg chg="new del">
        <pc:chgData name="Youssef Mostafa" userId="6017c20d-e7b7-4334-8094-0d97c1804e50" providerId="ADAL" clId="{30507607-3B4C-4D64-A8EE-CE146E678185}" dt="2025-10-10T12:35:07.733" v="646" actId="47"/>
        <pc:sldMkLst>
          <pc:docMk/>
          <pc:sldMk cId="1199011375" sldId="429"/>
        </pc:sldMkLst>
      </pc:sldChg>
      <pc:sldChg chg="new del">
        <pc:chgData name="Youssef Mostafa" userId="6017c20d-e7b7-4334-8094-0d97c1804e50" providerId="ADAL" clId="{30507607-3B4C-4D64-A8EE-CE146E678185}" dt="2025-10-10T12:35:07.781" v="647" actId="47"/>
        <pc:sldMkLst>
          <pc:docMk/>
          <pc:sldMk cId="2798711892" sldId="430"/>
        </pc:sldMkLst>
      </pc:sldChg>
      <pc:sldChg chg="new del">
        <pc:chgData name="Youssef Mostafa" userId="6017c20d-e7b7-4334-8094-0d97c1804e50" providerId="ADAL" clId="{30507607-3B4C-4D64-A8EE-CE146E678185}" dt="2025-10-10T12:35:07.823" v="648" actId="47"/>
        <pc:sldMkLst>
          <pc:docMk/>
          <pc:sldMk cId="2662713632" sldId="431"/>
        </pc:sldMkLst>
      </pc:sldChg>
      <pc:sldChg chg="new del">
        <pc:chgData name="Youssef Mostafa" userId="6017c20d-e7b7-4334-8094-0d97c1804e50" providerId="ADAL" clId="{30507607-3B4C-4D64-A8EE-CE146E678185}" dt="2025-10-10T12:35:07.864" v="649" actId="47"/>
        <pc:sldMkLst>
          <pc:docMk/>
          <pc:sldMk cId="2897623180" sldId="432"/>
        </pc:sldMkLst>
      </pc:sldChg>
      <pc:sldChg chg="new del">
        <pc:chgData name="Youssef Mostafa" userId="6017c20d-e7b7-4334-8094-0d97c1804e50" providerId="ADAL" clId="{30507607-3B4C-4D64-A8EE-CE146E678185}" dt="2025-10-10T12:35:07.910" v="650" actId="47"/>
        <pc:sldMkLst>
          <pc:docMk/>
          <pc:sldMk cId="1624100780" sldId="433"/>
        </pc:sldMkLst>
      </pc:sldChg>
      <pc:sldChg chg="new del">
        <pc:chgData name="Youssef Mostafa" userId="6017c20d-e7b7-4334-8094-0d97c1804e50" providerId="ADAL" clId="{30507607-3B4C-4D64-A8EE-CE146E678185}" dt="2025-10-10T12:35:07.953" v="651" actId="47"/>
        <pc:sldMkLst>
          <pc:docMk/>
          <pc:sldMk cId="4165715912" sldId="434"/>
        </pc:sldMkLst>
      </pc:sldChg>
      <pc:sldChg chg="new del">
        <pc:chgData name="Youssef Mostafa" userId="6017c20d-e7b7-4334-8094-0d97c1804e50" providerId="ADAL" clId="{30507607-3B4C-4D64-A8EE-CE146E678185}" dt="2025-10-10T12:35:08" v="652" actId="47"/>
        <pc:sldMkLst>
          <pc:docMk/>
          <pc:sldMk cId="1780290310" sldId="435"/>
        </pc:sldMkLst>
      </pc:sldChg>
      <pc:sldChg chg="new del">
        <pc:chgData name="Youssef Mostafa" userId="6017c20d-e7b7-4334-8094-0d97c1804e50" providerId="ADAL" clId="{30507607-3B4C-4D64-A8EE-CE146E678185}" dt="2025-10-10T12:35:08.044" v="653" actId="47"/>
        <pc:sldMkLst>
          <pc:docMk/>
          <pc:sldMk cId="113394732" sldId="436"/>
        </pc:sldMkLst>
      </pc:sldChg>
      <pc:sldChg chg="new del">
        <pc:chgData name="Youssef Mostafa" userId="6017c20d-e7b7-4334-8094-0d97c1804e50" providerId="ADAL" clId="{30507607-3B4C-4D64-A8EE-CE146E678185}" dt="2025-10-10T12:35:08.098" v="654" actId="47"/>
        <pc:sldMkLst>
          <pc:docMk/>
          <pc:sldMk cId="3371188823" sldId="437"/>
        </pc:sldMkLst>
      </pc:sldChg>
      <pc:sldChg chg="new del">
        <pc:chgData name="Youssef Mostafa" userId="6017c20d-e7b7-4334-8094-0d97c1804e50" providerId="ADAL" clId="{30507607-3B4C-4D64-A8EE-CE146E678185}" dt="2025-10-10T12:35:08.148" v="655" actId="47"/>
        <pc:sldMkLst>
          <pc:docMk/>
          <pc:sldMk cId="3456820347" sldId="438"/>
        </pc:sldMkLst>
      </pc:sldChg>
      <pc:sldChg chg="new del">
        <pc:chgData name="Youssef Mostafa" userId="6017c20d-e7b7-4334-8094-0d97c1804e50" providerId="ADAL" clId="{30507607-3B4C-4D64-A8EE-CE146E678185}" dt="2025-10-10T12:35:08.192" v="656" actId="47"/>
        <pc:sldMkLst>
          <pc:docMk/>
          <pc:sldMk cId="3379394753" sldId="439"/>
        </pc:sldMkLst>
      </pc:sldChg>
      <pc:sldChg chg="new del">
        <pc:chgData name="Youssef Mostafa" userId="6017c20d-e7b7-4334-8094-0d97c1804e50" providerId="ADAL" clId="{30507607-3B4C-4D64-A8EE-CE146E678185}" dt="2025-10-10T12:35:08.235" v="657" actId="47"/>
        <pc:sldMkLst>
          <pc:docMk/>
          <pc:sldMk cId="1651106619" sldId="440"/>
        </pc:sldMkLst>
      </pc:sldChg>
      <pc:sldChg chg="new del">
        <pc:chgData name="Youssef Mostafa" userId="6017c20d-e7b7-4334-8094-0d97c1804e50" providerId="ADAL" clId="{30507607-3B4C-4D64-A8EE-CE146E678185}" dt="2025-10-10T12:35:08.275" v="658" actId="47"/>
        <pc:sldMkLst>
          <pc:docMk/>
          <pc:sldMk cId="2726801788" sldId="441"/>
        </pc:sldMkLst>
      </pc:sldChg>
      <pc:sldChg chg="new del">
        <pc:chgData name="Youssef Mostafa" userId="6017c20d-e7b7-4334-8094-0d97c1804e50" providerId="ADAL" clId="{30507607-3B4C-4D64-A8EE-CE146E678185}" dt="2025-10-10T12:35:08.315" v="659" actId="47"/>
        <pc:sldMkLst>
          <pc:docMk/>
          <pc:sldMk cId="1705678841" sldId="442"/>
        </pc:sldMkLst>
      </pc:sldChg>
      <pc:sldChg chg="new del">
        <pc:chgData name="Youssef Mostafa" userId="6017c20d-e7b7-4334-8094-0d97c1804e50" providerId="ADAL" clId="{30507607-3B4C-4D64-A8EE-CE146E678185}" dt="2025-10-10T12:35:08.356" v="660" actId="47"/>
        <pc:sldMkLst>
          <pc:docMk/>
          <pc:sldMk cId="3828974824" sldId="443"/>
        </pc:sldMkLst>
      </pc:sldChg>
      <pc:sldChg chg="new del">
        <pc:chgData name="Youssef Mostafa" userId="6017c20d-e7b7-4334-8094-0d97c1804e50" providerId="ADAL" clId="{30507607-3B4C-4D64-A8EE-CE146E678185}" dt="2025-10-10T12:35:08.405" v="661" actId="47"/>
        <pc:sldMkLst>
          <pc:docMk/>
          <pc:sldMk cId="919846296" sldId="444"/>
        </pc:sldMkLst>
      </pc:sldChg>
      <pc:sldChg chg="new del">
        <pc:chgData name="Youssef Mostafa" userId="6017c20d-e7b7-4334-8094-0d97c1804e50" providerId="ADAL" clId="{30507607-3B4C-4D64-A8EE-CE146E678185}" dt="2025-10-10T12:35:08.443" v="662" actId="47"/>
        <pc:sldMkLst>
          <pc:docMk/>
          <pc:sldMk cId="1450364080" sldId="445"/>
        </pc:sldMkLst>
      </pc:sldChg>
      <pc:sldChg chg="new del">
        <pc:chgData name="Youssef Mostafa" userId="6017c20d-e7b7-4334-8094-0d97c1804e50" providerId="ADAL" clId="{30507607-3B4C-4D64-A8EE-CE146E678185}" dt="2025-10-10T12:35:08.484" v="663" actId="47"/>
        <pc:sldMkLst>
          <pc:docMk/>
          <pc:sldMk cId="1290174161" sldId="446"/>
        </pc:sldMkLst>
      </pc:sldChg>
      <pc:sldChg chg="new del">
        <pc:chgData name="Youssef Mostafa" userId="6017c20d-e7b7-4334-8094-0d97c1804e50" providerId="ADAL" clId="{30507607-3B4C-4D64-A8EE-CE146E678185}" dt="2025-10-10T12:35:08.526" v="664" actId="47"/>
        <pc:sldMkLst>
          <pc:docMk/>
          <pc:sldMk cId="1544788677" sldId="447"/>
        </pc:sldMkLst>
      </pc:sldChg>
      <pc:sldChg chg="new del">
        <pc:chgData name="Youssef Mostafa" userId="6017c20d-e7b7-4334-8094-0d97c1804e50" providerId="ADAL" clId="{30507607-3B4C-4D64-A8EE-CE146E678185}" dt="2025-10-10T12:35:08.571" v="665" actId="47"/>
        <pc:sldMkLst>
          <pc:docMk/>
          <pc:sldMk cId="2041194049" sldId="448"/>
        </pc:sldMkLst>
      </pc:sldChg>
      <pc:sldChg chg="new del">
        <pc:chgData name="Youssef Mostafa" userId="6017c20d-e7b7-4334-8094-0d97c1804e50" providerId="ADAL" clId="{30507607-3B4C-4D64-A8EE-CE146E678185}" dt="2025-10-10T12:35:08.611" v="666" actId="47"/>
        <pc:sldMkLst>
          <pc:docMk/>
          <pc:sldMk cId="3332269573" sldId="449"/>
        </pc:sldMkLst>
      </pc:sldChg>
      <pc:sldChg chg="new del">
        <pc:chgData name="Youssef Mostafa" userId="6017c20d-e7b7-4334-8094-0d97c1804e50" providerId="ADAL" clId="{30507607-3B4C-4D64-A8EE-CE146E678185}" dt="2025-10-10T12:35:08.652" v="667" actId="47"/>
        <pc:sldMkLst>
          <pc:docMk/>
          <pc:sldMk cId="224463073" sldId="450"/>
        </pc:sldMkLst>
      </pc:sldChg>
      <pc:sldChg chg="new del">
        <pc:chgData name="Youssef Mostafa" userId="6017c20d-e7b7-4334-8094-0d97c1804e50" providerId="ADAL" clId="{30507607-3B4C-4D64-A8EE-CE146E678185}" dt="2025-10-10T12:35:08.695" v="668" actId="47"/>
        <pc:sldMkLst>
          <pc:docMk/>
          <pc:sldMk cId="2028488608" sldId="451"/>
        </pc:sldMkLst>
      </pc:sldChg>
      <pc:sldChg chg="new del">
        <pc:chgData name="Youssef Mostafa" userId="6017c20d-e7b7-4334-8094-0d97c1804e50" providerId="ADAL" clId="{30507607-3B4C-4D64-A8EE-CE146E678185}" dt="2025-10-10T12:35:08.733" v="669" actId="47"/>
        <pc:sldMkLst>
          <pc:docMk/>
          <pc:sldMk cId="1544625303" sldId="452"/>
        </pc:sldMkLst>
      </pc:sldChg>
      <pc:sldChg chg="new del">
        <pc:chgData name="Youssef Mostafa" userId="6017c20d-e7b7-4334-8094-0d97c1804e50" providerId="ADAL" clId="{30507607-3B4C-4D64-A8EE-CE146E678185}" dt="2025-10-10T12:35:08.775" v="670" actId="47"/>
        <pc:sldMkLst>
          <pc:docMk/>
          <pc:sldMk cId="4010468949" sldId="453"/>
        </pc:sldMkLst>
      </pc:sldChg>
      <pc:sldChg chg="new del">
        <pc:chgData name="Youssef Mostafa" userId="6017c20d-e7b7-4334-8094-0d97c1804e50" providerId="ADAL" clId="{30507607-3B4C-4D64-A8EE-CE146E678185}" dt="2025-10-10T12:35:08.818" v="671" actId="47"/>
        <pc:sldMkLst>
          <pc:docMk/>
          <pc:sldMk cId="1552082665" sldId="454"/>
        </pc:sldMkLst>
      </pc:sldChg>
      <pc:sldChg chg="new del">
        <pc:chgData name="Youssef Mostafa" userId="6017c20d-e7b7-4334-8094-0d97c1804e50" providerId="ADAL" clId="{30507607-3B4C-4D64-A8EE-CE146E678185}" dt="2025-10-10T12:35:08.862" v="672" actId="47"/>
        <pc:sldMkLst>
          <pc:docMk/>
          <pc:sldMk cId="3554270105" sldId="455"/>
        </pc:sldMkLst>
      </pc:sldChg>
      <pc:sldChg chg="new del">
        <pc:chgData name="Youssef Mostafa" userId="6017c20d-e7b7-4334-8094-0d97c1804e50" providerId="ADAL" clId="{30507607-3B4C-4D64-A8EE-CE146E678185}" dt="2025-10-10T12:35:08.901" v="673" actId="47"/>
        <pc:sldMkLst>
          <pc:docMk/>
          <pc:sldMk cId="3061736724" sldId="456"/>
        </pc:sldMkLst>
      </pc:sldChg>
      <pc:sldChg chg="new del">
        <pc:chgData name="Youssef Mostafa" userId="6017c20d-e7b7-4334-8094-0d97c1804e50" providerId="ADAL" clId="{30507607-3B4C-4D64-A8EE-CE146E678185}" dt="2025-10-10T12:35:08.941" v="674" actId="47"/>
        <pc:sldMkLst>
          <pc:docMk/>
          <pc:sldMk cId="1775620413" sldId="457"/>
        </pc:sldMkLst>
      </pc:sldChg>
      <pc:sldChg chg="new del">
        <pc:chgData name="Youssef Mostafa" userId="6017c20d-e7b7-4334-8094-0d97c1804e50" providerId="ADAL" clId="{30507607-3B4C-4D64-A8EE-CE146E678185}" dt="2025-10-10T12:35:08.981" v="675" actId="47"/>
        <pc:sldMkLst>
          <pc:docMk/>
          <pc:sldMk cId="2509973830" sldId="458"/>
        </pc:sldMkLst>
      </pc:sldChg>
      <pc:sldChg chg="new del">
        <pc:chgData name="Youssef Mostafa" userId="6017c20d-e7b7-4334-8094-0d97c1804e50" providerId="ADAL" clId="{30507607-3B4C-4D64-A8EE-CE146E678185}" dt="2025-10-10T12:35:09.019" v="676" actId="47"/>
        <pc:sldMkLst>
          <pc:docMk/>
          <pc:sldMk cId="3672647419" sldId="459"/>
        </pc:sldMkLst>
      </pc:sldChg>
      <pc:sldChg chg="new del">
        <pc:chgData name="Youssef Mostafa" userId="6017c20d-e7b7-4334-8094-0d97c1804e50" providerId="ADAL" clId="{30507607-3B4C-4D64-A8EE-CE146E678185}" dt="2025-10-10T12:35:09.061" v="677" actId="47"/>
        <pc:sldMkLst>
          <pc:docMk/>
          <pc:sldMk cId="2160225908" sldId="460"/>
        </pc:sldMkLst>
      </pc:sldChg>
      <pc:sldChg chg="new del">
        <pc:chgData name="Youssef Mostafa" userId="6017c20d-e7b7-4334-8094-0d97c1804e50" providerId="ADAL" clId="{30507607-3B4C-4D64-A8EE-CE146E678185}" dt="2025-10-10T12:35:09.103" v="678" actId="47"/>
        <pc:sldMkLst>
          <pc:docMk/>
          <pc:sldMk cId="3133989318" sldId="461"/>
        </pc:sldMkLst>
      </pc:sldChg>
      <pc:sldChg chg="new del">
        <pc:chgData name="Youssef Mostafa" userId="6017c20d-e7b7-4334-8094-0d97c1804e50" providerId="ADAL" clId="{30507607-3B4C-4D64-A8EE-CE146E678185}" dt="2025-10-10T12:35:09.140" v="679" actId="47"/>
        <pc:sldMkLst>
          <pc:docMk/>
          <pc:sldMk cId="977904659" sldId="462"/>
        </pc:sldMkLst>
      </pc:sldChg>
      <pc:sldChg chg="new del">
        <pc:chgData name="Youssef Mostafa" userId="6017c20d-e7b7-4334-8094-0d97c1804e50" providerId="ADAL" clId="{30507607-3B4C-4D64-A8EE-CE146E678185}" dt="2025-10-10T12:35:09.179" v="680" actId="47"/>
        <pc:sldMkLst>
          <pc:docMk/>
          <pc:sldMk cId="1920636985" sldId="463"/>
        </pc:sldMkLst>
      </pc:sldChg>
      <pc:sldChg chg="new del">
        <pc:chgData name="Youssef Mostafa" userId="6017c20d-e7b7-4334-8094-0d97c1804e50" providerId="ADAL" clId="{30507607-3B4C-4D64-A8EE-CE146E678185}" dt="2025-10-10T12:35:09.218" v="681" actId="47"/>
        <pc:sldMkLst>
          <pc:docMk/>
          <pc:sldMk cId="1737632935" sldId="464"/>
        </pc:sldMkLst>
      </pc:sldChg>
      <pc:sldChg chg="new del">
        <pc:chgData name="Youssef Mostafa" userId="6017c20d-e7b7-4334-8094-0d97c1804e50" providerId="ADAL" clId="{30507607-3B4C-4D64-A8EE-CE146E678185}" dt="2025-10-10T12:35:09.255" v="682" actId="47"/>
        <pc:sldMkLst>
          <pc:docMk/>
          <pc:sldMk cId="2760982050" sldId="465"/>
        </pc:sldMkLst>
      </pc:sldChg>
      <pc:sldChg chg="new del">
        <pc:chgData name="Youssef Mostafa" userId="6017c20d-e7b7-4334-8094-0d97c1804e50" providerId="ADAL" clId="{30507607-3B4C-4D64-A8EE-CE146E678185}" dt="2025-10-10T12:35:09.299" v="683" actId="47"/>
        <pc:sldMkLst>
          <pc:docMk/>
          <pc:sldMk cId="239663306" sldId="466"/>
        </pc:sldMkLst>
      </pc:sldChg>
      <pc:sldChg chg="new del">
        <pc:chgData name="Youssef Mostafa" userId="6017c20d-e7b7-4334-8094-0d97c1804e50" providerId="ADAL" clId="{30507607-3B4C-4D64-A8EE-CE146E678185}" dt="2025-10-10T12:35:09.341" v="684" actId="47"/>
        <pc:sldMkLst>
          <pc:docMk/>
          <pc:sldMk cId="3799009151" sldId="467"/>
        </pc:sldMkLst>
      </pc:sldChg>
      <pc:sldChg chg="new del">
        <pc:chgData name="Youssef Mostafa" userId="6017c20d-e7b7-4334-8094-0d97c1804e50" providerId="ADAL" clId="{30507607-3B4C-4D64-A8EE-CE146E678185}" dt="2025-10-10T12:35:09.388" v="685" actId="47"/>
        <pc:sldMkLst>
          <pc:docMk/>
          <pc:sldMk cId="3227921868" sldId="468"/>
        </pc:sldMkLst>
      </pc:sldChg>
      <pc:sldChg chg="new del">
        <pc:chgData name="Youssef Mostafa" userId="6017c20d-e7b7-4334-8094-0d97c1804e50" providerId="ADAL" clId="{30507607-3B4C-4D64-A8EE-CE146E678185}" dt="2025-10-10T12:35:09.426" v="686" actId="47"/>
        <pc:sldMkLst>
          <pc:docMk/>
          <pc:sldMk cId="1329809051" sldId="469"/>
        </pc:sldMkLst>
      </pc:sldChg>
      <pc:sldChg chg="new del">
        <pc:chgData name="Youssef Mostafa" userId="6017c20d-e7b7-4334-8094-0d97c1804e50" providerId="ADAL" clId="{30507607-3B4C-4D64-A8EE-CE146E678185}" dt="2025-10-10T12:35:09.466" v="687" actId="47"/>
        <pc:sldMkLst>
          <pc:docMk/>
          <pc:sldMk cId="947323276" sldId="470"/>
        </pc:sldMkLst>
      </pc:sldChg>
      <pc:sldChg chg="new del">
        <pc:chgData name="Youssef Mostafa" userId="6017c20d-e7b7-4334-8094-0d97c1804e50" providerId="ADAL" clId="{30507607-3B4C-4D64-A8EE-CE146E678185}" dt="2025-10-10T12:35:09.511" v="688" actId="47"/>
        <pc:sldMkLst>
          <pc:docMk/>
          <pc:sldMk cId="2036078006" sldId="471"/>
        </pc:sldMkLst>
      </pc:sldChg>
      <pc:sldChg chg="new del">
        <pc:chgData name="Youssef Mostafa" userId="6017c20d-e7b7-4334-8094-0d97c1804e50" providerId="ADAL" clId="{30507607-3B4C-4D64-A8EE-CE146E678185}" dt="2025-10-10T12:35:09.549" v="689" actId="47"/>
        <pc:sldMkLst>
          <pc:docMk/>
          <pc:sldMk cId="371699529" sldId="472"/>
        </pc:sldMkLst>
      </pc:sldChg>
      <pc:sldChg chg="new del">
        <pc:chgData name="Youssef Mostafa" userId="6017c20d-e7b7-4334-8094-0d97c1804e50" providerId="ADAL" clId="{30507607-3B4C-4D64-A8EE-CE146E678185}" dt="2025-10-10T12:35:09.591" v="690" actId="47"/>
        <pc:sldMkLst>
          <pc:docMk/>
          <pc:sldMk cId="1747255231" sldId="473"/>
        </pc:sldMkLst>
      </pc:sldChg>
      <pc:sldChg chg="new del">
        <pc:chgData name="Youssef Mostafa" userId="6017c20d-e7b7-4334-8094-0d97c1804e50" providerId="ADAL" clId="{30507607-3B4C-4D64-A8EE-CE146E678185}" dt="2025-10-10T12:35:09.633" v="691" actId="47"/>
        <pc:sldMkLst>
          <pc:docMk/>
          <pc:sldMk cId="2007485096" sldId="474"/>
        </pc:sldMkLst>
      </pc:sldChg>
      <pc:sldChg chg="new del">
        <pc:chgData name="Youssef Mostafa" userId="6017c20d-e7b7-4334-8094-0d97c1804e50" providerId="ADAL" clId="{30507607-3B4C-4D64-A8EE-CE146E678185}" dt="2025-10-10T12:35:09.670" v="692" actId="47"/>
        <pc:sldMkLst>
          <pc:docMk/>
          <pc:sldMk cId="1592548079" sldId="475"/>
        </pc:sldMkLst>
      </pc:sldChg>
      <pc:sldChg chg="new del">
        <pc:chgData name="Youssef Mostafa" userId="6017c20d-e7b7-4334-8094-0d97c1804e50" providerId="ADAL" clId="{30507607-3B4C-4D64-A8EE-CE146E678185}" dt="2025-10-10T12:35:09.706" v="693" actId="47"/>
        <pc:sldMkLst>
          <pc:docMk/>
          <pc:sldMk cId="2731897676" sldId="476"/>
        </pc:sldMkLst>
      </pc:sldChg>
      <pc:sldChg chg="new del">
        <pc:chgData name="Youssef Mostafa" userId="6017c20d-e7b7-4334-8094-0d97c1804e50" providerId="ADAL" clId="{30507607-3B4C-4D64-A8EE-CE146E678185}" dt="2025-10-10T12:35:09.748" v="694" actId="47"/>
        <pc:sldMkLst>
          <pc:docMk/>
          <pc:sldMk cId="448252710" sldId="477"/>
        </pc:sldMkLst>
      </pc:sldChg>
      <pc:sldChg chg="new del">
        <pc:chgData name="Youssef Mostafa" userId="6017c20d-e7b7-4334-8094-0d97c1804e50" providerId="ADAL" clId="{30507607-3B4C-4D64-A8EE-CE146E678185}" dt="2025-10-10T12:35:09.788" v="695" actId="47"/>
        <pc:sldMkLst>
          <pc:docMk/>
          <pc:sldMk cId="3281865405" sldId="478"/>
        </pc:sldMkLst>
      </pc:sldChg>
      <pc:sldChg chg="new del">
        <pc:chgData name="Youssef Mostafa" userId="6017c20d-e7b7-4334-8094-0d97c1804e50" providerId="ADAL" clId="{30507607-3B4C-4D64-A8EE-CE146E678185}" dt="2025-10-10T12:35:09.831" v="696" actId="47"/>
        <pc:sldMkLst>
          <pc:docMk/>
          <pc:sldMk cId="1967258325" sldId="479"/>
        </pc:sldMkLst>
      </pc:sldChg>
      <pc:sldChg chg="new del">
        <pc:chgData name="Youssef Mostafa" userId="6017c20d-e7b7-4334-8094-0d97c1804e50" providerId="ADAL" clId="{30507607-3B4C-4D64-A8EE-CE146E678185}" dt="2025-10-10T12:35:09.870" v="697" actId="47"/>
        <pc:sldMkLst>
          <pc:docMk/>
          <pc:sldMk cId="2516319594" sldId="480"/>
        </pc:sldMkLst>
      </pc:sldChg>
      <pc:sldChg chg="new del">
        <pc:chgData name="Youssef Mostafa" userId="6017c20d-e7b7-4334-8094-0d97c1804e50" providerId="ADAL" clId="{30507607-3B4C-4D64-A8EE-CE146E678185}" dt="2025-10-10T12:35:09.909" v="698" actId="47"/>
        <pc:sldMkLst>
          <pc:docMk/>
          <pc:sldMk cId="549657928" sldId="481"/>
        </pc:sldMkLst>
      </pc:sldChg>
      <pc:sldChg chg="new del">
        <pc:chgData name="Youssef Mostafa" userId="6017c20d-e7b7-4334-8094-0d97c1804e50" providerId="ADAL" clId="{30507607-3B4C-4D64-A8EE-CE146E678185}" dt="2025-10-10T12:35:09.948" v="699" actId="47"/>
        <pc:sldMkLst>
          <pc:docMk/>
          <pc:sldMk cId="3010111035" sldId="482"/>
        </pc:sldMkLst>
      </pc:sldChg>
      <pc:sldChg chg="new del">
        <pc:chgData name="Youssef Mostafa" userId="6017c20d-e7b7-4334-8094-0d97c1804e50" providerId="ADAL" clId="{30507607-3B4C-4D64-A8EE-CE146E678185}" dt="2025-10-10T12:35:09.987" v="700" actId="47"/>
        <pc:sldMkLst>
          <pc:docMk/>
          <pc:sldMk cId="1738653915" sldId="483"/>
        </pc:sldMkLst>
      </pc:sldChg>
      <pc:sldChg chg="new del">
        <pc:chgData name="Youssef Mostafa" userId="6017c20d-e7b7-4334-8094-0d97c1804e50" providerId="ADAL" clId="{30507607-3B4C-4D64-A8EE-CE146E678185}" dt="2025-10-10T12:35:10.024" v="701" actId="47"/>
        <pc:sldMkLst>
          <pc:docMk/>
          <pc:sldMk cId="2036124596" sldId="484"/>
        </pc:sldMkLst>
      </pc:sldChg>
      <pc:sldChg chg="new del">
        <pc:chgData name="Youssef Mostafa" userId="6017c20d-e7b7-4334-8094-0d97c1804e50" providerId="ADAL" clId="{30507607-3B4C-4D64-A8EE-CE146E678185}" dt="2025-10-10T12:35:10.069" v="702" actId="47"/>
        <pc:sldMkLst>
          <pc:docMk/>
          <pc:sldMk cId="1843315353" sldId="485"/>
        </pc:sldMkLst>
      </pc:sldChg>
      <pc:sldChg chg="new del">
        <pc:chgData name="Youssef Mostafa" userId="6017c20d-e7b7-4334-8094-0d97c1804e50" providerId="ADAL" clId="{30507607-3B4C-4D64-A8EE-CE146E678185}" dt="2025-10-10T12:35:10.109" v="703" actId="47"/>
        <pc:sldMkLst>
          <pc:docMk/>
          <pc:sldMk cId="550031826" sldId="486"/>
        </pc:sldMkLst>
      </pc:sldChg>
      <pc:sldChg chg="new del">
        <pc:chgData name="Youssef Mostafa" userId="6017c20d-e7b7-4334-8094-0d97c1804e50" providerId="ADAL" clId="{30507607-3B4C-4D64-A8EE-CE146E678185}" dt="2025-10-10T12:35:10.146" v="704" actId="47"/>
        <pc:sldMkLst>
          <pc:docMk/>
          <pc:sldMk cId="1295135015" sldId="487"/>
        </pc:sldMkLst>
      </pc:sldChg>
      <pc:sldChg chg="new del">
        <pc:chgData name="Youssef Mostafa" userId="6017c20d-e7b7-4334-8094-0d97c1804e50" providerId="ADAL" clId="{30507607-3B4C-4D64-A8EE-CE146E678185}" dt="2025-10-10T12:35:10.185" v="705" actId="47"/>
        <pc:sldMkLst>
          <pc:docMk/>
          <pc:sldMk cId="4159585448" sldId="488"/>
        </pc:sldMkLst>
      </pc:sldChg>
      <pc:sldChg chg="new del">
        <pc:chgData name="Youssef Mostafa" userId="6017c20d-e7b7-4334-8094-0d97c1804e50" providerId="ADAL" clId="{30507607-3B4C-4D64-A8EE-CE146E678185}" dt="2025-10-10T12:35:10.222" v="706" actId="47"/>
        <pc:sldMkLst>
          <pc:docMk/>
          <pc:sldMk cId="2074226005" sldId="489"/>
        </pc:sldMkLst>
      </pc:sldChg>
      <pc:sldChg chg="new del">
        <pc:chgData name="Youssef Mostafa" userId="6017c20d-e7b7-4334-8094-0d97c1804e50" providerId="ADAL" clId="{30507607-3B4C-4D64-A8EE-CE146E678185}" dt="2025-10-10T12:35:10.260" v="707" actId="47"/>
        <pc:sldMkLst>
          <pc:docMk/>
          <pc:sldMk cId="3645456922" sldId="490"/>
        </pc:sldMkLst>
      </pc:sldChg>
      <pc:sldChg chg="new del">
        <pc:chgData name="Youssef Mostafa" userId="6017c20d-e7b7-4334-8094-0d97c1804e50" providerId="ADAL" clId="{30507607-3B4C-4D64-A8EE-CE146E678185}" dt="2025-10-10T12:35:10.301" v="708" actId="47"/>
        <pc:sldMkLst>
          <pc:docMk/>
          <pc:sldMk cId="3827194384" sldId="491"/>
        </pc:sldMkLst>
      </pc:sldChg>
      <pc:sldChg chg="new del">
        <pc:chgData name="Youssef Mostafa" userId="6017c20d-e7b7-4334-8094-0d97c1804e50" providerId="ADAL" clId="{30507607-3B4C-4D64-A8EE-CE146E678185}" dt="2025-10-10T12:35:10.342" v="709" actId="47"/>
        <pc:sldMkLst>
          <pc:docMk/>
          <pc:sldMk cId="277626227" sldId="492"/>
        </pc:sldMkLst>
      </pc:sldChg>
      <pc:sldChg chg="new del">
        <pc:chgData name="Youssef Mostafa" userId="6017c20d-e7b7-4334-8094-0d97c1804e50" providerId="ADAL" clId="{30507607-3B4C-4D64-A8EE-CE146E678185}" dt="2025-10-10T12:35:10.393" v="710" actId="47"/>
        <pc:sldMkLst>
          <pc:docMk/>
          <pc:sldMk cId="3137298325" sldId="493"/>
        </pc:sldMkLst>
      </pc:sldChg>
      <pc:sldChg chg="new del">
        <pc:chgData name="Youssef Mostafa" userId="6017c20d-e7b7-4334-8094-0d97c1804e50" providerId="ADAL" clId="{30507607-3B4C-4D64-A8EE-CE146E678185}" dt="2025-10-10T12:35:10.435" v="711" actId="47"/>
        <pc:sldMkLst>
          <pc:docMk/>
          <pc:sldMk cId="1791176832" sldId="494"/>
        </pc:sldMkLst>
      </pc:sldChg>
      <pc:sldChg chg="new del">
        <pc:chgData name="Youssef Mostafa" userId="6017c20d-e7b7-4334-8094-0d97c1804e50" providerId="ADAL" clId="{30507607-3B4C-4D64-A8EE-CE146E678185}" dt="2025-10-10T12:35:10.476" v="712" actId="47"/>
        <pc:sldMkLst>
          <pc:docMk/>
          <pc:sldMk cId="1429659624" sldId="495"/>
        </pc:sldMkLst>
      </pc:sldChg>
      <pc:sldChg chg="new del">
        <pc:chgData name="Youssef Mostafa" userId="6017c20d-e7b7-4334-8094-0d97c1804e50" providerId="ADAL" clId="{30507607-3B4C-4D64-A8EE-CE146E678185}" dt="2025-10-10T12:35:10.521" v="713" actId="47"/>
        <pc:sldMkLst>
          <pc:docMk/>
          <pc:sldMk cId="383260755" sldId="496"/>
        </pc:sldMkLst>
      </pc:sldChg>
      <pc:sldChg chg="new del">
        <pc:chgData name="Youssef Mostafa" userId="6017c20d-e7b7-4334-8094-0d97c1804e50" providerId="ADAL" clId="{30507607-3B4C-4D64-A8EE-CE146E678185}" dt="2025-10-10T12:35:10.567" v="714" actId="47"/>
        <pc:sldMkLst>
          <pc:docMk/>
          <pc:sldMk cId="2325168157" sldId="497"/>
        </pc:sldMkLst>
      </pc:sldChg>
      <pc:sldChg chg="new del">
        <pc:chgData name="Youssef Mostafa" userId="6017c20d-e7b7-4334-8094-0d97c1804e50" providerId="ADAL" clId="{30507607-3B4C-4D64-A8EE-CE146E678185}" dt="2025-10-10T12:35:10.614" v="715" actId="47"/>
        <pc:sldMkLst>
          <pc:docMk/>
          <pc:sldMk cId="1858690596" sldId="498"/>
        </pc:sldMkLst>
      </pc:sldChg>
      <pc:sldChg chg="new del">
        <pc:chgData name="Youssef Mostafa" userId="6017c20d-e7b7-4334-8094-0d97c1804e50" providerId="ADAL" clId="{30507607-3B4C-4D64-A8EE-CE146E678185}" dt="2025-10-10T12:35:10.659" v="716" actId="47"/>
        <pc:sldMkLst>
          <pc:docMk/>
          <pc:sldMk cId="2866284155" sldId="499"/>
        </pc:sldMkLst>
      </pc:sldChg>
      <pc:sldChg chg="new del">
        <pc:chgData name="Youssef Mostafa" userId="6017c20d-e7b7-4334-8094-0d97c1804e50" providerId="ADAL" clId="{30507607-3B4C-4D64-A8EE-CE146E678185}" dt="2025-10-10T12:35:10.701" v="717" actId="47"/>
        <pc:sldMkLst>
          <pc:docMk/>
          <pc:sldMk cId="2895728192" sldId="500"/>
        </pc:sldMkLst>
      </pc:sldChg>
      <pc:sldChg chg="new del">
        <pc:chgData name="Youssef Mostafa" userId="6017c20d-e7b7-4334-8094-0d97c1804e50" providerId="ADAL" clId="{30507607-3B4C-4D64-A8EE-CE146E678185}" dt="2025-10-10T12:35:10.748" v="718" actId="47"/>
        <pc:sldMkLst>
          <pc:docMk/>
          <pc:sldMk cId="2619369093" sldId="501"/>
        </pc:sldMkLst>
      </pc:sldChg>
      <pc:sldChg chg="new del">
        <pc:chgData name="Youssef Mostafa" userId="6017c20d-e7b7-4334-8094-0d97c1804e50" providerId="ADAL" clId="{30507607-3B4C-4D64-A8EE-CE146E678185}" dt="2025-10-10T12:35:10.792" v="719" actId="47"/>
        <pc:sldMkLst>
          <pc:docMk/>
          <pc:sldMk cId="4042433233" sldId="502"/>
        </pc:sldMkLst>
      </pc:sldChg>
      <pc:sldChg chg="new del">
        <pc:chgData name="Youssef Mostafa" userId="6017c20d-e7b7-4334-8094-0d97c1804e50" providerId="ADAL" clId="{30507607-3B4C-4D64-A8EE-CE146E678185}" dt="2025-10-10T12:35:10.841" v="720" actId="47"/>
        <pc:sldMkLst>
          <pc:docMk/>
          <pc:sldMk cId="3598780701" sldId="503"/>
        </pc:sldMkLst>
      </pc:sldChg>
      <pc:sldChg chg="new del">
        <pc:chgData name="Youssef Mostafa" userId="6017c20d-e7b7-4334-8094-0d97c1804e50" providerId="ADAL" clId="{30507607-3B4C-4D64-A8EE-CE146E678185}" dt="2025-10-10T12:35:10.892" v="721" actId="47"/>
        <pc:sldMkLst>
          <pc:docMk/>
          <pc:sldMk cId="3992367859" sldId="504"/>
        </pc:sldMkLst>
      </pc:sldChg>
      <pc:sldChg chg="new del">
        <pc:chgData name="Youssef Mostafa" userId="6017c20d-e7b7-4334-8094-0d97c1804e50" providerId="ADAL" clId="{30507607-3B4C-4D64-A8EE-CE146E678185}" dt="2025-10-10T12:35:10.938" v="722" actId="47"/>
        <pc:sldMkLst>
          <pc:docMk/>
          <pc:sldMk cId="3648149106" sldId="505"/>
        </pc:sldMkLst>
      </pc:sldChg>
      <pc:sldChg chg="new del">
        <pc:chgData name="Youssef Mostafa" userId="6017c20d-e7b7-4334-8094-0d97c1804e50" providerId="ADAL" clId="{30507607-3B4C-4D64-A8EE-CE146E678185}" dt="2025-10-10T12:35:10.986" v="723" actId="47"/>
        <pc:sldMkLst>
          <pc:docMk/>
          <pc:sldMk cId="1772037325" sldId="506"/>
        </pc:sldMkLst>
      </pc:sldChg>
      <pc:sldChg chg="new del">
        <pc:chgData name="Youssef Mostafa" userId="6017c20d-e7b7-4334-8094-0d97c1804e50" providerId="ADAL" clId="{30507607-3B4C-4D64-A8EE-CE146E678185}" dt="2025-10-10T12:35:11.031" v="724" actId="47"/>
        <pc:sldMkLst>
          <pc:docMk/>
          <pc:sldMk cId="1099044534" sldId="507"/>
        </pc:sldMkLst>
      </pc:sldChg>
      <pc:sldChg chg="new del">
        <pc:chgData name="Youssef Mostafa" userId="6017c20d-e7b7-4334-8094-0d97c1804e50" providerId="ADAL" clId="{30507607-3B4C-4D64-A8EE-CE146E678185}" dt="2025-10-10T12:35:11.077" v="725" actId="47"/>
        <pc:sldMkLst>
          <pc:docMk/>
          <pc:sldMk cId="2772648185" sldId="508"/>
        </pc:sldMkLst>
      </pc:sldChg>
      <pc:sldChg chg="new del">
        <pc:chgData name="Youssef Mostafa" userId="6017c20d-e7b7-4334-8094-0d97c1804e50" providerId="ADAL" clId="{30507607-3B4C-4D64-A8EE-CE146E678185}" dt="2025-10-10T12:35:11.121" v="726" actId="47"/>
        <pc:sldMkLst>
          <pc:docMk/>
          <pc:sldMk cId="3044274742" sldId="509"/>
        </pc:sldMkLst>
      </pc:sldChg>
      <pc:sldChg chg="new del">
        <pc:chgData name="Youssef Mostafa" userId="6017c20d-e7b7-4334-8094-0d97c1804e50" providerId="ADAL" clId="{30507607-3B4C-4D64-A8EE-CE146E678185}" dt="2025-10-10T12:35:11.165" v="727" actId="47"/>
        <pc:sldMkLst>
          <pc:docMk/>
          <pc:sldMk cId="2674986590" sldId="510"/>
        </pc:sldMkLst>
      </pc:sldChg>
      <pc:sldChg chg="new del">
        <pc:chgData name="Youssef Mostafa" userId="6017c20d-e7b7-4334-8094-0d97c1804e50" providerId="ADAL" clId="{30507607-3B4C-4D64-A8EE-CE146E678185}" dt="2025-10-10T12:35:11.209" v="728" actId="47"/>
        <pc:sldMkLst>
          <pc:docMk/>
          <pc:sldMk cId="653311189" sldId="511"/>
        </pc:sldMkLst>
      </pc:sldChg>
      <pc:sldChg chg="new del">
        <pc:chgData name="Youssef Mostafa" userId="6017c20d-e7b7-4334-8094-0d97c1804e50" providerId="ADAL" clId="{30507607-3B4C-4D64-A8EE-CE146E678185}" dt="2025-10-10T12:35:11.252" v="729" actId="47"/>
        <pc:sldMkLst>
          <pc:docMk/>
          <pc:sldMk cId="1384320710" sldId="512"/>
        </pc:sldMkLst>
      </pc:sldChg>
      <pc:sldChg chg="new del">
        <pc:chgData name="Youssef Mostafa" userId="6017c20d-e7b7-4334-8094-0d97c1804e50" providerId="ADAL" clId="{30507607-3B4C-4D64-A8EE-CE146E678185}" dt="2025-10-10T12:35:11.314" v="730" actId="47"/>
        <pc:sldMkLst>
          <pc:docMk/>
          <pc:sldMk cId="2905316907" sldId="513"/>
        </pc:sldMkLst>
      </pc:sldChg>
      <pc:sldChg chg="new del">
        <pc:chgData name="Youssef Mostafa" userId="6017c20d-e7b7-4334-8094-0d97c1804e50" providerId="ADAL" clId="{30507607-3B4C-4D64-A8EE-CE146E678185}" dt="2025-10-10T12:35:11.371" v="731" actId="47"/>
        <pc:sldMkLst>
          <pc:docMk/>
          <pc:sldMk cId="2638304321" sldId="514"/>
        </pc:sldMkLst>
      </pc:sldChg>
      <pc:sldChg chg="new del">
        <pc:chgData name="Youssef Mostafa" userId="6017c20d-e7b7-4334-8094-0d97c1804e50" providerId="ADAL" clId="{30507607-3B4C-4D64-A8EE-CE146E678185}" dt="2025-10-10T12:35:11.424" v="732" actId="47"/>
        <pc:sldMkLst>
          <pc:docMk/>
          <pc:sldMk cId="2748729079" sldId="515"/>
        </pc:sldMkLst>
      </pc:sldChg>
      <pc:sldChg chg="new del">
        <pc:chgData name="Youssef Mostafa" userId="6017c20d-e7b7-4334-8094-0d97c1804e50" providerId="ADAL" clId="{30507607-3B4C-4D64-A8EE-CE146E678185}" dt="2025-10-10T12:35:11.474" v="733" actId="47"/>
        <pc:sldMkLst>
          <pc:docMk/>
          <pc:sldMk cId="1725854034" sldId="516"/>
        </pc:sldMkLst>
      </pc:sldChg>
      <pc:sldChg chg="new del">
        <pc:chgData name="Youssef Mostafa" userId="6017c20d-e7b7-4334-8094-0d97c1804e50" providerId="ADAL" clId="{30507607-3B4C-4D64-A8EE-CE146E678185}" dt="2025-10-10T12:35:11.523" v="734" actId="47"/>
        <pc:sldMkLst>
          <pc:docMk/>
          <pc:sldMk cId="1737345648" sldId="517"/>
        </pc:sldMkLst>
      </pc:sldChg>
      <pc:sldChg chg="new del">
        <pc:chgData name="Youssef Mostafa" userId="6017c20d-e7b7-4334-8094-0d97c1804e50" providerId="ADAL" clId="{30507607-3B4C-4D64-A8EE-CE146E678185}" dt="2025-10-10T12:35:11.576" v="735" actId="47"/>
        <pc:sldMkLst>
          <pc:docMk/>
          <pc:sldMk cId="3664053770" sldId="518"/>
        </pc:sldMkLst>
      </pc:sldChg>
      <pc:sldChg chg="new del">
        <pc:chgData name="Youssef Mostafa" userId="6017c20d-e7b7-4334-8094-0d97c1804e50" providerId="ADAL" clId="{30507607-3B4C-4D64-A8EE-CE146E678185}" dt="2025-10-10T12:35:11.629" v="736" actId="47"/>
        <pc:sldMkLst>
          <pc:docMk/>
          <pc:sldMk cId="2874249702" sldId="519"/>
        </pc:sldMkLst>
      </pc:sldChg>
      <pc:sldChg chg="new del">
        <pc:chgData name="Youssef Mostafa" userId="6017c20d-e7b7-4334-8094-0d97c1804e50" providerId="ADAL" clId="{30507607-3B4C-4D64-A8EE-CE146E678185}" dt="2025-10-10T12:35:11.678" v="737" actId="47"/>
        <pc:sldMkLst>
          <pc:docMk/>
          <pc:sldMk cId="374686376" sldId="520"/>
        </pc:sldMkLst>
      </pc:sldChg>
      <pc:sldChg chg="new del">
        <pc:chgData name="Youssef Mostafa" userId="6017c20d-e7b7-4334-8094-0d97c1804e50" providerId="ADAL" clId="{30507607-3B4C-4D64-A8EE-CE146E678185}" dt="2025-10-10T12:35:11.729" v="738" actId="47"/>
        <pc:sldMkLst>
          <pc:docMk/>
          <pc:sldMk cId="1111816145" sldId="521"/>
        </pc:sldMkLst>
      </pc:sldChg>
      <pc:sldChg chg="new del">
        <pc:chgData name="Youssef Mostafa" userId="6017c20d-e7b7-4334-8094-0d97c1804e50" providerId="ADAL" clId="{30507607-3B4C-4D64-A8EE-CE146E678185}" dt="2025-10-10T12:35:11.778" v="739" actId="47"/>
        <pc:sldMkLst>
          <pc:docMk/>
          <pc:sldMk cId="4232472253" sldId="522"/>
        </pc:sldMkLst>
      </pc:sldChg>
      <pc:sldChg chg="new del">
        <pc:chgData name="Youssef Mostafa" userId="6017c20d-e7b7-4334-8094-0d97c1804e50" providerId="ADAL" clId="{30507607-3B4C-4D64-A8EE-CE146E678185}" dt="2025-10-10T12:35:11.828" v="740" actId="47"/>
        <pc:sldMkLst>
          <pc:docMk/>
          <pc:sldMk cId="3397614605" sldId="523"/>
        </pc:sldMkLst>
      </pc:sldChg>
      <pc:sldChg chg="new del">
        <pc:chgData name="Youssef Mostafa" userId="6017c20d-e7b7-4334-8094-0d97c1804e50" providerId="ADAL" clId="{30507607-3B4C-4D64-A8EE-CE146E678185}" dt="2025-10-10T12:35:11.878" v="741" actId="47"/>
        <pc:sldMkLst>
          <pc:docMk/>
          <pc:sldMk cId="2152275937" sldId="524"/>
        </pc:sldMkLst>
      </pc:sldChg>
      <pc:sldChg chg="new del">
        <pc:chgData name="Youssef Mostafa" userId="6017c20d-e7b7-4334-8094-0d97c1804e50" providerId="ADAL" clId="{30507607-3B4C-4D64-A8EE-CE146E678185}" dt="2025-10-10T12:35:11.927" v="742" actId="47"/>
        <pc:sldMkLst>
          <pc:docMk/>
          <pc:sldMk cId="3590843978" sldId="525"/>
        </pc:sldMkLst>
      </pc:sldChg>
      <pc:sldChg chg="new del">
        <pc:chgData name="Youssef Mostafa" userId="6017c20d-e7b7-4334-8094-0d97c1804e50" providerId="ADAL" clId="{30507607-3B4C-4D64-A8EE-CE146E678185}" dt="2025-10-10T12:35:11.981" v="743" actId="47"/>
        <pc:sldMkLst>
          <pc:docMk/>
          <pc:sldMk cId="2730271582" sldId="526"/>
        </pc:sldMkLst>
      </pc:sldChg>
      <pc:sldChg chg="new del">
        <pc:chgData name="Youssef Mostafa" userId="6017c20d-e7b7-4334-8094-0d97c1804e50" providerId="ADAL" clId="{30507607-3B4C-4D64-A8EE-CE146E678185}" dt="2025-10-10T12:35:12.026" v="744" actId="47"/>
        <pc:sldMkLst>
          <pc:docMk/>
          <pc:sldMk cId="2202221134" sldId="527"/>
        </pc:sldMkLst>
      </pc:sldChg>
      <pc:sldChg chg="new del">
        <pc:chgData name="Youssef Mostafa" userId="6017c20d-e7b7-4334-8094-0d97c1804e50" providerId="ADAL" clId="{30507607-3B4C-4D64-A8EE-CE146E678185}" dt="2025-10-10T12:35:12.080" v="745" actId="47"/>
        <pc:sldMkLst>
          <pc:docMk/>
          <pc:sldMk cId="4157323738" sldId="528"/>
        </pc:sldMkLst>
      </pc:sldChg>
      <pc:sldChg chg="new del">
        <pc:chgData name="Youssef Mostafa" userId="6017c20d-e7b7-4334-8094-0d97c1804e50" providerId="ADAL" clId="{30507607-3B4C-4D64-A8EE-CE146E678185}" dt="2025-10-10T12:35:12.127" v="746" actId="47"/>
        <pc:sldMkLst>
          <pc:docMk/>
          <pc:sldMk cId="2508965559" sldId="529"/>
        </pc:sldMkLst>
      </pc:sldChg>
      <pc:sldChg chg="new del">
        <pc:chgData name="Youssef Mostafa" userId="6017c20d-e7b7-4334-8094-0d97c1804e50" providerId="ADAL" clId="{30507607-3B4C-4D64-A8EE-CE146E678185}" dt="2025-10-10T12:35:12.177" v="747" actId="47"/>
        <pc:sldMkLst>
          <pc:docMk/>
          <pc:sldMk cId="2703092305" sldId="530"/>
        </pc:sldMkLst>
      </pc:sldChg>
      <pc:sldChg chg="new del">
        <pc:chgData name="Youssef Mostafa" userId="6017c20d-e7b7-4334-8094-0d97c1804e50" providerId="ADAL" clId="{30507607-3B4C-4D64-A8EE-CE146E678185}" dt="2025-10-10T12:35:12.224" v="748" actId="47"/>
        <pc:sldMkLst>
          <pc:docMk/>
          <pc:sldMk cId="4263339311" sldId="531"/>
        </pc:sldMkLst>
      </pc:sldChg>
      <pc:sldChg chg="new del">
        <pc:chgData name="Youssef Mostafa" userId="6017c20d-e7b7-4334-8094-0d97c1804e50" providerId="ADAL" clId="{30507607-3B4C-4D64-A8EE-CE146E678185}" dt="2025-10-10T12:35:12.272" v="749" actId="47"/>
        <pc:sldMkLst>
          <pc:docMk/>
          <pc:sldMk cId="1077650719" sldId="532"/>
        </pc:sldMkLst>
      </pc:sldChg>
      <pc:sldChg chg="new del">
        <pc:chgData name="Youssef Mostafa" userId="6017c20d-e7b7-4334-8094-0d97c1804e50" providerId="ADAL" clId="{30507607-3B4C-4D64-A8EE-CE146E678185}" dt="2025-10-10T12:35:12.318" v="750" actId="47"/>
        <pc:sldMkLst>
          <pc:docMk/>
          <pc:sldMk cId="2587871402" sldId="533"/>
        </pc:sldMkLst>
      </pc:sldChg>
      <pc:sldChg chg="new del">
        <pc:chgData name="Youssef Mostafa" userId="6017c20d-e7b7-4334-8094-0d97c1804e50" providerId="ADAL" clId="{30507607-3B4C-4D64-A8EE-CE146E678185}" dt="2025-10-10T12:35:12.364" v="751" actId="47"/>
        <pc:sldMkLst>
          <pc:docMk/>
          <pc:sldMk cId="2503963198" sldId="534"/>
        </pc:sldMkLst>
      </pc:sldChg>
      <pc:sldChg chg="new del">
        <pc:chgData name="Youssef Mostafa" userId="6017c20d-e7b7-4334-8094-0d97c1804e50" providerId="ADAL" clId="{30507607-3B4C-4D64-A8EE-CE146E678185}" dt="2025-10-10T12:35:12.409" v="752" actId="47"/>
        <pc:sldMkLst>
          <pc:docMk/>
          <pc:sldMk cId="3546682996" sldId="535"/>
        </pc:sldMkLst>
      </pc:sldChg>
      <pc:sldChg chg="new del">
        <pc:chgData name="Youssef Mostafa" userId="6017c20d-e7b7-4334-8094-0d97c1804e50" providerId="ADAL" clId="{30507607-3B4C-4D64-A8EE-CE146E678185}" dt="2025-10-10T12:35:12.452" v="753" actId="47"/>
        <pc:sldMkLst>
          <pc:docMk/>
          <pc:sldMk cId="4199050289" sldId="536"/>
        </pc:sldMkLst>
      </pc:sldChg>
      <pc:sldChg chg="new del">
        <pc:chgData name="Youssef Mostafa" userId="6017c20d-e7b7-4334-8094-0d97c1804e50" providerId="ADAL" clId="{30507607-3B4C-4D64-A8EE-CE146E678185}" dt="2025-10-10T12:35:12.501" v="754" actId="47"/>
        <pc:sldMkLst>
          <pc:docMk/>
          <pc:sldMk cId="1998480235" sldId="537"/>
        </pc:sldMkLst>
      </pc:sldChg>
      <pc:sldChg chg="new del">
        <pc:chgData name="Youssef Mostafa" userId="6017c20d-e7b7-4334-8094-0d97c1804e50" providerId="ADAL" clId="{30507607-3B4C-4D64-A8EE-CE146E678185}" dt="2025-10-10T12:35:12.544" v="755" actId="47"/>
        <pc:sldMkLst>
          <pc:docMk/>
          <pc:sldMk cId="1983565177" sldId="538"/>
        </pc:sldMkLst>
      </pc:sldChg>
      <pc:sldChg chg="new del">
        <pc:chgData name="Youssef Mostafa" userId="6017c20d-e7b7-4334-8094-0d97c1804e50" providerId="ADAL" clId="{30507607-3B4C-4D64-A8EE-CE146E678185}" dt="2025-10-10T12:35:12.591" v="756" actId="47"/>
        <pc:sldMkLst>
          <pc:docMk/>
          <pc:sldMk cId="2454683009" sldId="539"/>
        </pc:sldMkLst>
      </pc:sldChg>
      <pc:sldChg chg="new del">
        <pc:chgData name="Youssef Mostafa" userId="6017c20d-e7b7-4334-8094-0d97c1804e50" providerId="ADAL" clId="{30507607-3B4C-4D64-A8EE-CE146E678185}" dt="2025-10-10T12:35:12.638" v="757" actId="47"/>
        <pc:sldMkLst>
          <pc:docMk/>
          <pc:sldMk cId="1115170040" sldId="540"/>
        </pc:sldMkLst>
      </pc:sldChg>
      <pc:sldChg chg="new del">
        <pc:chgData name="Youssef Mostafa" userId="6017c20d-e7b7-4334-8094-0d97c1804e50" providerId="ADAL" clId="{30507607-3B4C-4D64-A8EE-CE146E678185}" dt="2025-10-10T12:35:12.680" v="758" actId="47"/>
        <pc:sldMkLst>
          <pc:docMk/>
          <pc:sldMk cId="2335186762" sldId="541"/>
        </pc:sldMkLst>
      </pc:sldChg>
      <pc:sldChg chg="new del">
        <pc:chgData name="Youssef Mostafa" userId="6017c20d-e7b7-4334-8094-0d97c1804e50" providerId="ADAL" clId="{30507607-3B4C-4D64-A8EE-CE146E678185}" dt="2025-10-10T12:35:12.725" v="759" actId="47"/>
        <pc:sldMkLst>
          <pc:docMk/>
          <pc:sldMk cId="163396492" sldId="542"/>
        </pc:sldMkLst>
      </pc:sldChg>
      <pc:sldChg chg="new del">
        <pc:chgData name="Youssef Mostafa" userId="6017c20d-e7b7-4334-8094-0d97c1804e50" providerId="ADAL" clId="{30507607-3B4C-4D64-A8EE-CE146E678185}" dt="2025-10-10T12:35:12.768" v="760" actId="47"/>
        <pc:sldMkLst>
          <pc:docMk/>
          <pc:sldMk cId="1807281930" sldId="543"/>
        </pc:sldMkLst>
      </pc:sldChg>
      <pc:sldChg chg="new del">
        <pc:chgData name="Youssef Mostafa" userId="6017c20d-e7b7-4334-8094-0d97c1804e50" providerId="ADAL" clId="{30507607-3B4C-4D64-A8EE-CE146E678185}" dt="2025-10-10T12:35:12.812" v="761" actId="47"/>
        <pc:sldMkLst>
          <pc:docMk/>
          <pc:sldMk cId="3418237262" sldId="544"/>
        </pc:sldMkLst>
      </pc:sldChg>
      <pc:sldChg chg="new del">
        <pc:chgData name="Youssef Mostafa" userId="6017c20d-e7b7-4334-8094-0d97c1804e50" providerId="ADAL" clId="{30507607-3B4C-4D64-A8EE-CE146E678185}" dt="2025-10-10T12:35:12.858" v="762" actId="47"/>
        <pc:sldMkLst>
          <pc:docMk/>
          <pc:sldMk cId="504085377" sldId="545"/>
        </pc:sldMkLst>
      </pc:sldChg>
      <pc:sldChg chg="new del">
        <pc:chgData name="Youssef Mostafa" userId="6017c20d-e7b7-4334-8094-0d97c1804e50" providerId="ADAL" clId="{30507607-3B4C-4D64-A8EE-CE146E678185}" dt="2025-10-10T12:35:12.900" v="763" actId="47"/>
        <pc:sldMkLst>
          <pc:docMk/>
          <pc:sldMk cId="1229157815" sldId="546"/>
        </pc:sldMkLst>
      </pc:sldChg>
      <pc:sldChg chg="new del">
        <pc:chgData name="Youssef Mostafa" userId="6017c20d-e7b7-4334-8094-0d97c1804e50" providerId="ADAL" clId="{30507607-3B4C-4D64-A8EE-CE146E678185}" dt="2025-10-10T12:35:12.943" v="764" actId="47"/>
        <pc:sldMkLst>
          <pc:docMk/>
          <pc:sldMk cId="4244165016" sldId="547"/>
        </pc:sldMkLst>
      </pc:sldChg>
      <pc:sldChg chg="new del">
        <pc:chgData name="Youssef Mostafa" userId="6017c20d-e7b7-4334-8094-0d97c1804e50" providerId="ADAL" clId="{30507607-3B4C-4D64-A8EE-CE146E678185}" dt="2025-10-10T12:35:12.981" v="765" actId="47"/>
        <pc:sldMkLst>
          <pc:docMk/>
          <pc:sldMk cId="3640685876" sldId="548"/>
        </pc:sldMkLst>
      </pc:sldChg>
      <pc:sldChg chg="new del">
        <pc:chgData name="Youssef Mostafa" userId="6017c20d-e7b7-4334-8094-0d97c1804e50" providerId="ADAL" clId="{30507607-3B4C-4D64-A8EE-CE146E678185}" dt="2025-10-10T12:35:13.027" v="766" actId="47"/>
        <pc:sldMkLst>
          <pc:docMk/>
          <pc:sldMk cId="3179282466" sldId="549"/>
        </pc:sldMkLst>
      </pc:sldChg>
      <pc:sldChg chg="new del">
        <pc:chgData name="Youssef Mostafa" userId="6017c20d-e7b7-4334-8094-0d97c1804e50" providerId="ADAL" clId="{30507607-3B4C-4D64-A8EE-CE146E678185}" dt="2025-10-10T12:35:13.074" v="767" actId="47"/>
        <pc:sldMkLst>
          <pc:docMk/>
          <pc:sldMk cId="2502909583" sldId="550"/>
        </pc:sldMkLst>
      </pc:sldChg>
      <pc:sldChg chg="new del">
        <pc:chgData name="Youssef Mostafa" userId="6017c20d-e7b7-4334-8094-0d97c1804e50" providerId="ADAL" clId="{30507607-3B4C-4D64-A8EE-CE146E678185}" dt="2025-10-10T12:35:13.114" v="768" actId="47"/>
        <pc:sldMkLst>
          <pc:docMk/>
          <pc:sldMk cId="3316296384" sldId="551"/>
        </pc:sldMkLst>
      </pc:sldChg>
      <pc:sldChg chg="new del">
        <pc:chgData name="Youssef Mostafa" userId="6017c20d-e7b7-4334-8094-0d97c1804e50" providerId="ADAL" clId="{30507607-3B4C-4D64-A8EE-CE146E678185}" dt="2025-10-10T12:35:13.156" v="769" actId="47"/>
        <pc:sldMkLst>
          <pc:docMk/>
          <pc:sldMk cId="3979419459" sldId="552"/>
        </pc:sldMkLst>
      </pc:sldChg>
      <pc:sldChg chg="new del">
        <pc:chgData name="Youssef Mostafa" userId="6017c20d-e7b7-4334-8094-0d97c1804e50" providerId="ADAL" clId="{30507607-3B4C-4D64-A8EE-CE146E678185}" dt="2025-10-10T12:35:13.192" v="770" actId="47"/>
        <pc:sldMkLst>
          <pc:docMk/>
          <pc:sldMk cId="304746009" sldId="553"/>
        </pc:sldMkLst>
      </pc:sldChg>
      <pc:sldChg chg="new del">
        <pc:chgData name="Youssef Mostafa" userId="6017c20d-e7b7-4334-8094-0d97c1804e50" providerId="ADAL" clId="{30507607-3B4C-4D64-A8EE-CE146E678185}" dt="2025-10-10T12:35:13.234" v="771" actId="47"/>
        <pc:sldMkLst>
          <pc:docMk/>
          <pc:sldMk cId="2512967523" sldId="554"/>
        </pc:sldMkLst>
      </pc:sldChg>
      <pc:sldChg chg="new del">
        <pc:chgData name="Youssef Mostafa" userId="6017c20d-e7b7-4334-8094-0d97c1804e50" providerId="ADAL" clId="{30507607-3B4C-4D64-A8EE-CE146E678185}" dt="2025-10-10T12:35:13.271" v="772" actId="47"/>
        <pc:sldMkLst>
          <pc:docMk/>
          <pc:sldMk cId="1380413831" sldId="555"/>
        </pc:sldMkLst>
      </pc:sldChg>
      <pc:sldChg chg="new del">
        <pc:chgData name="Youssef Mostafa" userId="6017c20d-e7b7-4334-8094-0d97c1804e50" providerId="ADAL" clId="{30507607-3B4C-4D64-A8EE-CE146E678185}" dt="2025-10-10T12:35:13.312" v="773" actId="47"/>
        <pc:sldMkLst>
          <pc:docMk/>
          <pc:sldMk cId="3826531497" sldId="556"/>
        </pc:sldMkLst>
      </pc:sldChg>
      <pc:sldChg chg="new del">
        <pc:chgData name="Youssef Mostafa" userId="6017c20d-e7b7-4334-8094-0d97c1804e50" providerId="ADAL" clId="{30507607-3B4C-4D64-A8EE-CE146E678185}" dt="2025-10-10T12:35:13.353" v="774" actId="47"/>
        <pc:sldMkLst>
          <pc:docMk/>
          <pc:sldMk cId="152208622" sldId="557"/>
        </pc:sldMkLst>
      </pc:sldChg>
      <pc:sldChg chg="new del">
        <pc:chgData name="Youssef Mostafa" userId="6017c20d-e7b7-4334-8094-0d97c1804e50" providerId="ADAL" clId="{30507607-3B4C-4D64-A8EE-CE146E678185}" dt="2025-10-10T12:35:13.395" v="775" actId="47"/>
        <pc:sldMkLst>
          <pc:docMk/>
          <pc:sldMk cId="2844837431" sldId="558"/>
        </pc:sldMkLst>
      </pc:sldChg>
      <pc:sldChg chg="new del">
        <pc:chgData name="Youssef Mostafa" userId="6017c20d-e7b7-4334-8094-0d97c1804e50" providerId="ADAL" clId="{30507607-3B4C-4D64-A8EE-CE146E678185}" dt="2025-10-10T12:35:13.437" v="776" actId="47"/>
        <pc:sldMkLst>
          <pc:docMk/>
          <pc:sldMk cId="73834196" sldId="559"/>
        </pc:sldMkLst>
      </pc:sldChg>
      <pc:sldChg chg="new del">
        <pc:chgData name="Youssef Mostafa" userId="6017c20d-e7b7-4334-8094-0d97c1804e50" providerId="ADAL" clId="{30507607-3B4C-4D64-A8EE-CE146E678185}" dt="2025-10-10T12:35:13.481" v="777" actId="47"/>
        <pc:sldMkLst>
          <pc:docMk/>
          <pc:sldMk cId="3931218846" sldId="560"/>
        </pc:sldMkLst>
      </pc:sldChg>
      <pc:sldChg chg="new del">
        <pc:chgData name="Youssef Mostafa" userId="6017c20d-e7b7-4334-8094-0d97c1804e50" providerId="ADAL" clId="{30507607-3B4C-4D64-A8EE-CE146E678185}" dt="2025-10-10T12:35:13.520" v="778" actId="47"/>
        <pc:sldMkLst>
          <pc:docMk/>
          <pc:sldMk cId="2449180352" sldId="561"/>
        </pc:sldMkLst>
      </pc:sldChg>
      <pc:sldChg chg="new del">
        <pc:chgData name="Youssef Mostafa" userId="6017c20d-e7b7-4334-8094-0d97c1804e50" providerId="ADAL" clId="{30507607-3B4C-4D64-A8EE-CE146E678185}" dt="2025-10-10T12:35:13.566" v="779" actId="47"/>
        <pc:sldMkLst>
          <pc:docMk/>
          <pc:sldMk cId="3609551277" sldId="562"/>
        </pc:sldMkLst>
      </pc:sldChg>
      <pc:sldChg chg="new del">
        <pc:chgData name="Youssef Mostafa" userId="6017c20d-e7b7-4334-8094-0d97c1804e50" providerId="ADAL" clId="{30507607-3B4C-4D64-A8EE-CE146E678185}" dt="2025-10-10T12:35:13.606" v="780" actId="47"/>
        <pc:sldMkLst>
          <pc:docMk/>
          <pc:sldMk cId="2418437866" sldId="563"/>
        </pc:sldMkLst>
      </pc:sldChg>
      <pc:sldChg chg="new del">
        <pc:chgData name="Youssef Mostafa" userId="6017c20d-e7b7-4334-8094-0d97c1804e50" providerId="ADAL" clId="{30507607-3B4C-4D64-A8EE-CE146E678185}" dt="2025-10-10T12:35:13.644" v="781" actId="47"/>
        <pc:sldMkLst>
          <pc:docMk/>
          <pc:sldMk cId="3264252157" sldId="564"/>
        </pc:sldMkLst>
      </pc:sldChg>
      <pc:sldChg chg="new del">
        <pc:chgData name="Youssef Mostafa" userId="6017c20d-e7b7-4334-8094-0d97c1804e50" providerId="ADAL" clId="{30507607-3B4C-4D64-A8EE-CE146E678185}" dt="2025-10-10T12:35:13.686" v="782" actId="47"/>
        <pc:sldMkLst>
          <pc:docMk/>
          <pc:sldMk cId="2137224411" sldId="565"/>
        </pc:sldMkLst>
      </pc:sldChg>
      <pc:sldChg chg="new del">
        <pc:chgData name="Youssef Mostafa" userId="6017c20d-e7b7-4334-8094-0d97c1804e50" providerId="ADAL" clId="{30507607-3B4C-4D64-A8EE-CE146E678185}" dt="2025-10-10T12:35:13.728" v="783" actId="47"/>
        <pc:sldMkLst>
          <pc:docMk/>
          <pc:sldMk cId="3303489932" sldId="566"/>
        </pc:sldMkLst>
      </pc:sldChg>
      <pc:sldChg chg="new del">
        <pc:chgData name="Youssef Mostafa" userId="6017c20d-e7b7-4334-8094-0d97c1804e50" providerId="ADAL" clId="{30507607-3B4C-4D64-A8EE-CE146E678185}" dt="2025-10-10T12:35:13.773" v="784" actId="47"/>
        <pc:sldMkLst>
          <pc:docMk/>
          <pc:sldMk cId="3006787620" sldId="567"/>
        </pc:sldMkLst>
      </pc:sldChg>
      <pc:sldChg chg="new del">
        <pc:chgData name="Youssef Mostafa" userId="6017c20d-e7b7-4334-8094-0d97c1804e50" providerId="ADAL" clId="{30507607-3B4C-4D64-A8EE-CE146E678185}" dt="2025-10-10T12:35:13.810" v="785" actId="47"/>
        <pc:sldMkLst>
          <pc:docMk/>
          <pc:sldMk cId="1382302143" sldId="568"/>
        </pc:sldMkLst>
      </pc:sldChg>
      <pc:sldChg chg="new del">
        <pc:chgData name="Youssef Mostafa" userId="6017c20d-e7b7-4334-8094-0d97c1804e50" providerId="ADAL" clId="{30507607-3B4C-4D64-A8EE-CE146E678185}" dt="2025-10-10T12:35:13.849" v="786" actId="47"/>
        <pc:sldMkLst>
          <pc:docMk/>
          <pc:sldMk cId="3460149688" sldId="569"/>
        </pc:sldMkLst>
      </pc:sldChg>
      <pc:sldChg chg="new del">
        <pc:chgData name="Youssef Mostafa" userId="6017c20d-e7b7-4334-8094-0d97c1804e50" providerId="ADAL" clId="{30507607-3B4C-4D64-A8EE-CE146E678185}" dt="2025-10-10T12:35:13.887" v="787" actId="47"/>
        <pc:sldMkLst>
          <pc:docMk/>
          <pc:sldMk cId="2205529123" sldId="570"/>
        </pc:sldMkLst>
      </pc:sldChg>
      <pc:sldChg chg="new del">
        <pc:chgData name="Youssef Mostafa" userId="6017c20d-e7b7-4334-8094-0d97c1804e50" providerId="ADAL" clId="{30507607-3B4C-4D64-A8EE-CE146E678185}" dt="2025-10-10T12:35:13.926" v="788" actId="47"/>
        <pc:sldMkLst>
          <pc:docMk/>
          <pc:sldMk cId="1697340798" sldId="571"/>
        </pc:sldMkLst>
      </pc:sldChg>
      <pc:sldChg chg="new del">
        <pc:chgData name="Youssef Mostafa" userId="6017c20d-e7b7-4334-8094-0d97c1804e50" providerId="ADAL" clId="{30507607-3B4C-4D64-A8EE-CE146E678185}" dt="2025-10-10T12:35:13.973" v="789" actId="47"/>
        <pc:sldMkLst>
          <pc:docMk/>
          <pc:sldMk cId="2315139225" sldId="572"/>
        </pc:sldMkLst>
      </pc:sldChg>
      <pc:sldChg chg="new del">
        <pc:chgData name="Youssef Mostafa" userId="6017c20d-e7b7-4334-8094-0d97c1804e50" providerId="ADAL" clId="{30507607-3B4C-4D64-A8EE-CE146E678185}" dt="2025-10-10T12:35:14.013" v="790" actId="47"/>
        <pc:sldMkLst>
          <pc:docMk/>
          <pc:sldMk cId="3183055688" sldId="573"/>
        </pc:sldMkLst>
      </pc:sldChg>
      <pc:sldChg chg="new del">
        <pc:chgData name="Youssef Mostafa" userId="6017c20d-e7b7-4334-8094-0d97c1804e50" providerId="ADAL" clId="{30507607-3B4C-4D64-A8EE-CE146E678185}" dt="2025-10-10T12:35:14.055" v="791" actId="47"/>
        <pc:sldMkLst>
          <pc:docMk/>
          <pc:sldMk cId="2811662973" sldId="574"/>
        </pc:sldMkLst>
      </pc:sldChg>
      <pc:sldChg chg="new del">
        <pc:chgData name="Youssef Mostafa" userId="6017c20d-e7b7-4334-8094-0d97c1804e50" providerId="ADAL" clId="{30507607-3B4C-4D64-A8EE-CE146E678185}" dt="2025-10-10T12:35:14.097" v="792" actId="47"/>
        <pc:sldMkLst>
          <pc:docMk/>
          <pc:sldMk cId="1641212894" sldId="575"/>
        </pc:sldMkLst>
      </pc:sldChg>
      <pc:sldChg chg="new del">
        <pc:chgData name="Youssef Mostafa" userId="6017c20d-e7b7-4334-8094-0d97c1804e50" providerId="ADAL" clId="{30507607-3B4C-4D64-A8EE-CE146E678185}" dt="2025-10-10T12:35:14.136" v="793" actId="47"/>
        <pc:sldMkLst>
          <pc:docMk/>
          <pc:sldMk cId="2632947191" sldId="576"/>
        </pc:sldMkLst>
      </pc:sldChg>
      <pc:sldChg chg="new del">
        <pc:chgData name="Youssef Mostafa" userId="6017c20d-e7b7-4334-8094-0d97c1804e50" providerId="ADAL" clId="{30507607-3B4C-4D64-A8EE-CE146E678185}" dt="2025-10-10T12:35:14.172" v="794" actId="47"/>
        <pc:sldMkLst>
          <pc:docMk/>
          <pc:sldMk cId="3747902038" sldId="577"/>
        </pc:sldMkLst>
      </pc:sldChg>
      <pc:sldChg chg="new del">
        <pc:chgData name="Youssef Mostafa" userId="6017c20d-e7b7-4334-8094-0d97c1804e50" providerId="ADAL" clId="{30507607-3B4C-4D64-A8EE-CE146E678185}" dt="2025-10-10T12:35:14.207" v="795" actId="47"/>
        <pc:sldMkLst>
          <pc:docMk/>
          <pc:sldMk cId="521001984" sldId="578"/>
        </pc:sldMkLst>
      </pc:sldChg>
      <pc:sldChg chg="new del">
        <pc:chgData name="Youssef Mostafa" userId="6017c20d-e7b7-4334-8094-0d97c1804e50" providerId="ADAL" clId="{30507607-3B4C-4D64-A8EE-CE146E678185}" dt="2025-10-10T12:35:14.244" v="796" actId="47"/>
        <pc:sldMkLst>
          <pc:docMk/>
          <pc:sldMk cId="3688537531" sldId="579"/>
        </pc:sldMkLst>
      </pc:sldChg>
      <pc:sldChg chg="new del">
        <pc:chgData name="Youssef Mostafa" userId="6017c20d-e7b7-4334-8094-0d97c1804e50" providerId="ADAL" clId="{30507607-3B4C-4D64-A8EE-CE146E678185}" dt="2025-10-10T12:35:14.285" v="797" actId="47"/>
        <pc:sldMkLst>
          <pc:docMk/>
          <pc:sldMk cId="2095854803" sldId="580"/>
        </pc:sldMkLst>
      </pc:sldChg>
      <pc:sldChg chg="new del">
        <pc:chgData name="Youssef Mostafa" userId="6017c20d-e7b7-4334-8094-0d97c1804e50" providerId="ADAL" clId="{30507607-3B4C-4D64-A8EE-CE146E678185}" dt="2025-10-10T12:35:14.321" v="798" actId="47"/>
        <pc:sldMkLst>
          <pc:docMk/>
          <pc:sldMk cId="1036571442" sldId="581"/>
        </pc:sldMkLst>
      </pc:sldChg>
      <pc:sldChg chg="new del">
        <pc:chgData name="Youssef Mostafa" userId="6017c20d-e7b7-4334-8094-0d97c1804e50" providerId="ADAL" clId="{30507607-3B4C-4D64-A8EE-CE146E678185}" dt="2025-10-10T12:35:14.357" v="799" actId="47"/>
        <pc:sldMkLst>
          <pc:docMk/>
          <pc:sldMk cId="2313552207" sldId="582"/>
        </pc:sldMkLst>
      </pc:sldChg>
      <pc:sldChg chg="new del">
        <pc:chgData name="Youssef Mostafa" userId="6017c20d-e7b7-4334-8094-0d97c1804e50" providerId="ADAL" clId="{30507607-3B4C-4D64-A8EE-CE146E678185}" dt="2025-10-10T12:35:14.397" v="800" actId="47"/>
        <pc:sldMkLst>
          <pc:docMk/>
          <pc:sldMk cId="3483877599" sldId="583"/>
        </pc:sldMkLst>
      </pc:sldChg>
      <pc:sldChg chg="new del">
        <pc:chgData name="Youssef Mostafa" userId="6017c20d-e7b7-4334-8094-0d97c1804e50" providerId="ADAL" clId="{30507607-3B4C-4D64-A8EE-CE146E678185}" dt="2025-10-10T12:35:14.434" v="801" actId="47"/>
        <pc:sldMkLst>
          <pc:docMk/>
          <pc:sldMk cId="1811290529" sldId="584"/>
        </pc:sldMkLst>
      </pc:sldChg>
      <pc:sldChg chg="new del">
        <pc:chgData name="Youssef Mostafa" userId="6017c20d-e7b7-4334-8094-0d97c1804e50" providerId="ADAL" clId="{30507607-3B4C-4D64-A8EE-CE146E678185}" dt="2025-10-10T12:35:14.472" v="802" actId="47"/>
        <pc:sldMkLst>
          <pc:docMk/>
          <pc:sldMk cId="3149097885" sldId="585"/>
        </pc:sldMkLst>
      </pc:sldChg>
      <pc:sldChg chg="new del">
        <pc:chgData name="Youssef Mostafa" userId="6017c20d-e7b7-4334-8094-0d97c1804e50" providerId="ADAL" clId="{30507607-3B4C-4D64-A8EE-CE146E678185}" dt="2025-10-10T12:35:14.510" v="803" actId="47"/>
        <pc:sldMkLst>
          <pc:docMk/>
          <pc:sldMk cId="3624235108" sldId="586"/>
        </pc:sldMkLst>
      </pc:sldChg>
      <pc:sldChg chg="new del">
        <pc:chgData name="Youssef Mostafa" userId="6017c20d-e7b7-4334-8094-0d97c1804e50" providerId="ADAL" clId="{30507607-3B4C-4D64-A8EE-CE146E678185}" dt="2025-10-10T12:35:14.546" v="804" actId="47"/>
        <pc:sldMkLst>
          <pc:docMk/>
          <pc:sldMk cId="4247408834" sldId="587"/>
        </pc:sldMkLst>
      </pc:sldChg>
      <pc:sldChg chg="new del">
        <pc:chgData name="Youssef Mostafa" userId="6017c20d-e7b7-4334-8094-0d97c1804e50" providerId="ADAL" clId="{30507607-3B4C-4D64-A8EE-CE146E678185}" dt="2025-10-10T12:35:14.583" v="805" actId="47"/>
        <pc:sldMkLst>
          <pc:docMk/>
          <pc:sldMk cId="363013472" sldId="588"/>
        </pc:sldMkLst>
      </pc:sldChg>
      <pc:sldChg chg="new del">
        <pc:chgData name="Youssef Mostafa" userId="6017c20d-e7b7-4334-8094-0d97c1804e50" providerId="ADAL" clId="{30507607-3B4C-4D64-A8EE-CE146E678185}" dt="2025-10-10T12:35:14.624" v="806" actId="47"/>
        <pc:sldMkLst>
          <pc:docMk/>
          <pc:sldMk cId="3557678919" sldId="589"/>
        </pc:sldMkLst>
      </pc:sldChg>
      <pc:sldChg chg="new del">
        <pc:chgData name="Youssef Mostafa" userId="6017c20d-e7b7-4334-8094-0d97c1804e50" providerId="ADAL" clId="{30507607-3B4C-4D64-A8EE-CE146E678185}" dt="2025-10-10T12:35:14.660" v="807" actId="47"/>
        <pc:sldMkLst>
          <pc:docMk/>
          <pc:sldMk cId="2602587702" sldId="590"/>
        </pc:sldMkLst>
      </pc:sldChg>
      <pc:sldChg chg="new del">
        <pc:chgData name="Youssef Mostafa" userId="6017c20d-e7b7-4334-8094-0d97c1804e50" providerId="ADAL" clId="{30507607-3B4C-4D64-A8EE-CE146E678185}" dt="2025-10-10T12:35:14.694" v="808" actId="47"/>
        <pc:sldMkLst>
          <pc:docMk/>
          <pc:sldMk cId="1114655518" sldId="591"/>
        </pc:sldMkLst>
      </pc:sldChg>
      <pc:sldChg chg="new del">
        <pc:chgData name="Youssef Mostafa" userId="6017c20d-e7b7-4334-8094-0d97c1804e50" providerId="ADAL" clId="{30507607-3B4C-4D64-A8EE-CE146E678185}" dt="2025-10-10T12:35:14.733" v="809" actId="47"/>
        <pc:sldMkLst>
          <pc:docMk/>
          <pc:sldMk cId="963357349" sldId="592"/>
        </pc:sldMkLst>
      </pc:sldChg>
      <pc:sldChg chg="new del">
        <pc:chgData name="Youssef Mostafa" userId="6017c20d-e7b7-4334-8094-0d97c1804e50" providerId="ADAL" clId="{30507607-3B4C-4D64-A8EE-CE146E678185}" dt="2025-10-10T12:35:14.768" v="810" actId="47"/>
        <pc:sldMkLst>
          <pc:docMk/>
          <pc:sldMk cId="2578202146" sldId="593"/>
        </pc:sldMkLst>
      </pc:sldChg>
      <pc:sldChg chg="new del">
        <pc:chgData name="Youssef Mostafa" userId="6017c20d-e7b7-4334-8094-0d97c1804e50" providerId="ADAL" clId="{30507607-3B4C-4D64-A8EE-CE146E678185}" dt="2025-10-10T12:35:14.800" v="811" actId="47"/>
        <pc:sldMkLst>
          <pc:docMk/>
          <pc:sldMk cId="2866610476" sldId="594"/>
        </pc:sldMkLst>
      </pc:sldChg>
      <pc:sldChg chg="new del">
        <pc:chgData name="Youssef Mostafa" userId="6017c20d-e7b7-4334-8094-0d97c1804e50" providerId="ADAL" clId="{30507607-3B4C-4D64-A8EE-CE146E678185}" dt="2025-10-10T12:35:14.834" v="812" actId="47"/>
        <pc:sldMkLst>
          <pc:docMk/>
          <pc:sldMk cId="2513085244" sldId="595"/>
        </pc:sldMkLst>
      </pc:sldChg>
      <pc:sldChg chg="new del">
        <pc:chgData name="Youssef Mostafa" userId="6017c20d-e7b7-4334-8094-0d97c1804e50" providerId="ADAL" clId="{30507607-3B4C-4D64-A8EE-CE146E678185}" dt="2025-10-10T12:35:14.867" v="813" actId="47"/>
        <pc:sldMkLst>
          <pc:docMk/>
          <pc:sldMk cId="1119739278" sldId="596"/>
        </pc:sldMkLst>
      </pc:sldChg>
    </pc:docChg>
  </pc:docChgLst>
</pc:chgInfo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5511D3D-E447-48E5-96A9-F4246A25B62C}" type="doc">
      <dgm:prSet loTypeId="urn:microsoft.com/office/officeart/2005/8/layout/list1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2B7F543F-592B-4C04-9C6B-402EC1DEA5EE}">
      <dgm:prSet custT="1"/>
      <dgm:spPr>
        <a:solidFill>
          <a:srgbClr val="156082">
            <a:hueOff val="0"/>
            <a:satOff val="0"/>
            <a:lumOff val="0"/>
            <a:alphaOff val="0"/>
          </a:srgbClr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99060" tIns="49530" rIns="99060" bIns="49530" numCol="1" spcCol="1270" anchor="ctr" anchorCtr="0"/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solidFill>
                <a:prstClr val="white"/>
              </a:solidFill>
              <a:latin typeface="Aptos" panose="02110004020202020204"/>
              <a:ea typeface="+mn-ea"/>
              <a:cs typeface="+mn-cs"/>
            </a:rPr>
            <a:t>Youssef Mostafa</a:t>
          </a:r>
        </a:p>
      </dgm:t>
    </dgm:pt>
    <dgm:pt modelId="{66DFFEE9-B0A1-4B73-97D3-313F70E1133A}" type="parTrans" cxnId="{CE0571FE-C411-4C03-BEE8-81246CA27FD2}">
      <dgm:prSet/>
      <dgm:spPr/>
      <dgm:t>
        <a:bodyPr/>
        <a:lstStyle/>
        <a:p>
          <a:endParaRPr lang="en-US"/>
        </a:p>
      </dgm:t>
    </dgm:pt>
    <dgm:pt modelId="{0CA6A391-D905-486A-8138-E74F0001447F}" type="sibTrans" cxnId="{CE0571FE-C411-4C03-BEE8-81246CA27FD2}">
      <dgm:prSet/>
      <dgm:spPr/>
      <dgm:t>
        <a:bodyPr/>
        <a:lstStyle/>
        <a:p>
          <a:endParaRPr lang="en-US"/>
        </a:p>
      </dgm:t>
    </dgm:pt>
    <dgm:pt modelId="{FB0D9B7A-0268-4D25-BC92-1F1B7761C540}">
      <dgm:prSet custT="1"/>
      <dgm:spPr>
        <a:solidFill>
          <a:srgbClr val="156082">
            <a:hueOff val="0"/>
            <a:satOff val="0"/>
            <a:lumOff val="0"/>
            <a:alphaOff val="0"/>
          </a:srgbClr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99060" tIns="49530" rIns="99060" bIns="49530" numCol="1" spcCol="1270" anchor="ctr" anchorCtr="0"/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solidFill>
                <a:prstClr val="white"/>
              </a:solidFill>
              <a:latin typeface="Aptos" panose="02110004020202020204"/>
              <a:ea typeface="+mn-ea"/>
              <a:cs typeface="+mn-cs"/>
            </a:rPr>
            <a:t>Hossam Gamal</a:t>
          </a:r>
        </a:p>
      </dgm:t>
    </dgm:pt>
    <dgm:pt modelId="{3A29C455-661F-44D1-93D5-E5852346E11B}" type="parTrans" cxnId="{EF525C8B-40FF-4C9C-9995-888CB78F115D}">
      <dgm:prSet/>
      <dgm:spPr/>
      <dgm:t>
        <a:bodyPr/>
        <a:lstStyle/>
        <a:p>
          <a:endParaRPr lang="en-US"/>
        </a:p>
      </dgm:t>
    </dgm:pt>
    <dgm:pt modelId="{A2E155D4-6585-4DDC-90DA-F068B991EE40}" type="sibTrans" cxnId="{EF525C8B-40FF-4C9C-9995-888CB78F115D}">
      <dgm:prSet/>
      <dgm:spPr/>
      <dgm:t>
        <a:bodyPr/>
        <a:lstStyle/>
        <a:p>
          <a:endParaRPr lang="en-US"/>
        </a:p>
      </dgm:t>
    </dgm:pt>
    <dgm:pt modelId="{3C43C6B6-9B7E-44C0-B44F-6F2FBD150DAA}">
      <dgm:prSet custT="1"/>
      <dgm:spPr>
        <a:solidFill>
          <a:srgbClr val="156082">
            <a:hueOff val="0"/>
            <a:satOff val="0"/>
            <a:lumOff val="0"/>
            <a:alphaOff val="0"/>
          </a:srgbClr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99060" tIns="49530" rIns="99060" bIns="49530" numCol="1" spcCol="1270" anchor="ctr" anchorCtr="0"/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solidFill>
                <a:prstClr val="white"/>
              </a:solidFill>
              <a:latin typeface="Aptos" panose="02110004020202020204"/>
              <a:ea typeface="+mn-ea"/>
              <a:cs typeface="+mn-cs"/>
            </a:rPr>
            <a:t>Ahmed Mahmoud</a:t>
          </a:r>
        </a:p>
      </dgm:t>
    </dgm:pt>
    <dgm:pt modelId="{84B92DB4-3E9B-407A-A69F-F792C6E46785}" type="parTrans" cxnId="{F24727C4-614E-44E8-B9A2-220BC7475077}">
      <dgm:prSet/>
      <dgm:spPr/>
      <dgm:t>
        <a:bodyPr/>
        <a:lstStyle/>
        <a:p>
          <a:endParaRPr lang="en-US"/>
        </a:p>
      </dgm:t>
    </dgm:pt>
    <dgm:pt modelId="{AD0C81F6-7A8F-4C15-A70B-BC062D1058DC}" type="sibTrans" cxnId="{F24727C4-614E-44E8-B9A2-220BC7475077}">
      <dgm:prSet/>
      <dgm:spPr/>
      <dgm:t>
        <a:bodyPr/>
        <a:lstStyle/>
        <a:p>
          <a:endParaRPr lang="en-US"/>
        </a:p>
      </dgm:t>
    </dgm:pt>
    <dgm:pt modelId="{7DFB7181-296A-4B38-BA24-6824DC60025E}">
      <dgm:prSet custT="1"/>
      <dgm:spPr>
        <a:solidFill>
          <a:srgbClr val="156082">
            <a:hueOff val="0"/>
            <a:satOff val="0"/>
            <a:lumOff val="0"/>
            <a:alphaOff val="0"/>
          </a:srgbClr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99060" tIns="49530" rIns="99060" bIns="49530" numCol="1" spcCol="1270" anchor="ctr" anchorCtr="0"/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solidFill>
                <a:prstClr val="white"/>
              </a:solidFill>
              <a:latin typeface="Aptos" panose="02110004020202020204"/>
              <a:ea typeface="+mn-ea"/>
              <a:cs typeface="+mn-cs"/>
            </a:rPr>
            <a:t>Ehab Sobh</a:t>
          </a:r>
        </a:p>
      </dgm:t>
    </dgm:pt>
    <dgm:pt modelId="{311588E0-5EEA-4EFA-A1BB-3450730F4B49}" type="parTrans" cxnId="{FAA918C4-6729-4928-9294-D2469557C9E0}">
      <dgm:prSet/>
      <dgm:spPr/>
      <dgm:t>
        <a:bodyPr/>
        <a:lstStyle/>
        <a:p>
          <a:endParaRPr lang="en-US"/>
        </a:p>
      </dgm:t>
    </dgm:pt>
    <dgm:pt modelId="{4B3642BE-8141-4893-A57A-E8F46DEBC922}" type="sibTrans" cxnId="{FAA918C4-6729-4928-9294-D2469557C9E0}">
      <dgm:prSet/>
      <dgm:spPr/>
      <dgm:t>
        <a:bodyPr/>
        <a:lstStyle/>
        <a:p>
          <a:endParaRPr lang="en-US"/>
        </a:p>
      </dgm:t>
    </dgm:pt>
    <dgm:pt modelId="{CE29610F-FF9B-4138-A8E2-ABDC7B894DCA}" type="pres">
      <dgm:prSet presAssocID="{A5511D3D-E447-48E5-96A9-F4246A25B62C}" presName="linear" presStyleCnt="0">
        <dgm:presLayoutVars>
          <dgm:dir/>
          <dgm:animLvl val="lvl"/>
          <dgm:resizeHandles val="exact"/>
        </dgm:presLayoutVars>
      </dgm:prSet>
      <dgm:spPr/>
    </dgm:pt>
    <dgm:pt modelId="{9C4DD7A3-D91A-4330-95EE-E2862DA81637}" type="pres">
      <dgm:prSet presAssocID="{2B7F543F-592B-4C04-9C6B-402EC1DEA5EE}" presName="parentLin" presStyleCnt="0"/>
      <dgm:spPr/>
    </dgm:pt>
    <dgm:pt modelId="{DD1F278D-9F33-4516-9663-D71C633AF0D8}" type="pres">
      <dgm:prSet presAssocID="{2B7F543F-592B-4C04-9C6B-402EC1DEA5EE}" presName="parentLeftMargin" presStyleLbl="node1" presStyleIdx="0" presStyleCnt="4"/>
      <dgm:spPr/>
    </dgm:pt>
    <dgm:pt modelId="{1E4A272F-EA16-4F24-9BD4-9AC7A10E552C}" type="pres">
      <dgm:prSet presAssocID="{2B7F543F-592B-4C04-9C6B-402EC1DEA5EE}" presName="parentText" presStyleLbl="node1" presStyleIdx="0" presStyleCnt="4">
        <dgm:presLayoutVars>
          <dgm:chMax val="0"/>
          <dgm:bulletEnabled val="1"/>
        </dgm:presLayoutVars>
      </dgm:prSet>
      <dgm:spPr>
        <a:xfrm>
          <a:off x="525780" y="63189"/>
          <a:ext cx="7360920" cy="708480"/>
        </a:xfrm>
        <a:prstGeom prst="roundRect">
          <a:avLst/>
        </a:prstGeom>
      </dgm:spPr>
    </dgm:pt>
    <dgm:pt modelId="{57DC6D7E-DB26-4928-8B71-D222777A0802}" type="pres">
      <dgm:prSet presAssocID="{2B7F543F-592B-4C04-9C6B-402EC1DEA5EE}" presName="negativeSpace" presStyleCnt="0"/>
      <dgm:spPr/>
    </dgm:pt>
    <dgm:pt modelId="{959DA057-E545-483A-BEE7-BE259E313A04}" type="pres">
      <dgm:prSet presAssocID="{2B7F543F-592B-4C04-9C6B-402EC1DEA5EE}" presName="childText" presStyleLbl="conFgAcc1" presStyleIdx="0" presStyleCnt="4">
        <dgm:presLayoutVars>
          <dgm:bulletEnabled val="1"/>
        </dgm:presLayoutVars>
      </dgm:prSet>
      <dgm:spPr/>
    </dgm:pt>
    <dgm:pt modelId="{FCD4E23A-51BA-4EAA-B458-F8D9D631BDED}" type="pres">
      <dgm:prSet presAssocID="{0CA6A391-D905-486A-8138-E74F0001447F}" presName="spaceBetweenRectangles" presStyleCnt="0"/>
      <dgm:spPr/>
    </dgm:pt>
    <dgm:pt modelId="{4A3B62DB-D0C3-4DE5-8A0B-8A5227E61BCB}" type="pres">
      <dgm:prSet presAssocID="{FB0D9B7A-0268-4D25-BC92-1F1B7761C540}" presName="parentLin" presStyleCnt="0"/>
      <dgm:spPr/>
    </dgm:pt>
    <dgm:pt modelId="{EAD782D6-D3BA-43EB-B238-6A5A9D03F093}" type="pres">
      <dgm:prSet presAssocID="{FB0D9B7A-0268-4D25-BC92-1F1B7761C540}" presName="parentLeftMargin" presStyleLbl="node1" presStyleIdx="0" presStyleCnt="4"/>
      <dgm:spPr/>
    </dgm:pt>
    <dgm:pt modelId="{C744FCB2-7197-43B3-9328-A62586180B7C}" type="pres">
      <dgm:prSet presAssocID="{FB0D9B7A-0268-4D25-BC92-1F1B7761C540}" presName="parentText" presStyleLbl="node1" presStyleIdx="1" presStyleCnt="4">
        <dgm:presLayoutVars>
          <dgm:chMax val="0"/>
          <dgm:bulletEnabled val="1"/>
        </dgm:presLayoutVars>
      </dgm:prSet>
      <dgm:spPr>
        <a:xfrm>
          <a:off x="525780" y="1151829"/>
          <a:ext cx="7360920" cy="708480"/>
        </a:xfrm>
        <a:prstGeom prst="roundRect">
          <a:avLst/>
        </a:prstGeom>
      </dgm:spPr>
    </dgm:pt>
    <dgm:pt modelId="{8842DE6D-EC67-41EA-9E8B-F8722DC54798}" type="pres">
      <dgm:prSet presAssocID="{FB0D9B7A-0268-4D25-BC92-1F1B7761C540}" presName="negativeSpace" presStyleCnt="0"/>
      <dgm:spPr/>
    </dgm:pt>
    <dgm:pt modelId="{499DE47A-BBFC-4F6A-9000-87475F2EC677}" type="pres">
      <dgm:prSet presAssocID="{FB0D9B7A-0268-4D25-BC92-1F1B7761C540}" presName="childText" presStyleLbl="conFgAcc1" presStyleIdx="1" presStyleCnt="4">
        <dgm:presLayoutVars>
          <dgm:bulletEnabled val="1"/>
        </dgm:presLayoutVars>
      </dgm:prSet>
      <dgm:spPr/>
    </dgm:pt>
    <dgm:pt modelId="{B9F36234-CFB4-4B2D-8910-89C6505500FD}" type="pres">
      <dgm:prSet presAssocID="{A2E155D4-6585-4DDC-90DA-F068B991EE40}" presName="spaceBetweenRectangles" presStyleCnt="0"/>
      <dgm:spPr/>
    </dgm:pt>
    <dgm:pt modelId="{953D559A-DA6B-4EFD-9941-D37486501870}" type="pres">
      <dgm:prSet presAssocID="{3C43C6B6-9B7E-44C0-B44F-6F2FBD150DAA}" presName="parentLin" presStyleCnt="0"/>
      <dgm:spPr/>
    </dgm:pt>
    <dgm:pt modelId="{0FEE4DEC-1364-4A52-AD52-914C2815DDA7}" type="pres">
      <dgm:prSet presAssocID="{3C43C6B6-9B7E-44C0-B44F-6F2FBD150DAA}" presName="parentLeftMargin" presStyleLbl="node1" presStyleIdx="1" presStyleCnt="4"/>
      <dgm:spPr/>
    </dgm:pt>
    <dgm:pt modelId="{0AE6053A-9901-4329-AAE6-E90F9DD42A35}" type="pres">
      <dgm:prSet presAssocID="{3C43C6B6-9B7E-44C0-B44F-6F2FBD150DAA}" presName="parentText" presStyleLbl="node1" presStyleIdx="2" presStyleCnt="4">
        <dgm:presLayoutVars>
          <dgm:chMax val="0"/>
          <dgm:bulletEnabled val="1"/>
        </dgm:presLayoutVars>
      </dgm:prSet>
      <dgm:spPr>
        <a:xfrm>
          <a:off x="525780" y="2240469"/>
          <a:ext cx="7360920" cy="708480"/>
        </a:xfrm>
        <a:prstGeom prst="roundRect">
          <a:avLst/>
        </a:prstGeom>
      </dgm:spPr>
    </dgm:pt>
    <dgm:pt modelId="{E75D2B6E-E558-491F-92DD-ACAAB5BCA561}" type="pres">
      <dgm:prSet presAssocID="{3C43C6B6-9B7E-44C0-B44F-6F2FBD150DAA}" presName="negativeSpace" presStyleCnt="0"/>
      <dgm:spPr/>
    </dgm:pt>
    <dgm:pt modelId="{88471076-086A-499F-97D5-BFE40092257D}" type="pres">
      <dgm:prSet presAssocID="{3C43C6B6-9B7E-44C0-B44F-6F2FBD150DAA}" presName="childText" presStyleLbl="conFgAcc1" presStyleIdx="2" presStyleCnt="4">
        <dgm:presLayoutVars>
          <dgm:bulletEnabled val="1"/>
        </dgm:presLayoutVars>
      </dgm:prSet>
      <dgm:spPr/>
    </dgm:pt>
    <dgm:pt modelId="{D8B8A62A-8E0C-4294-A188-F419FFBA8CCE}" type="pres">
      <dgm:prSet presAssocID="{AD0C81F6-7A8F-4C15-A70B-BC062D1058DC}" presName="spaceBetweenRectangles" presStyleCnt="0"/>
      <dgm:spPr/>
    </dgm:pt>
    <dgm:pt modelId="{005CA82E-C4C8-4FF8-A5E5-45565B542123}" type="pres">
      <dgm:prSet presAssocID="{7DFB7181-296A-4B38-BA24-6824DC60025E}" presName="parentLin" presStyleCnt="0"/>
      <dgm:spPr/>
    </dgm:pt>
    <dgm:pt modelId="{810AA3EC-9FCB-46B9-85EE-007E5EBFB621}" type="pres">
      <dgm:prSet presAssocID="{7DFB7181-296A-4B38-BA24-6824DC60025E}" presName="parentLeftMargin" presStyleLbl="node1" presStyleIdx="2" presStyleCnt="4"/>
      <dgm:spPr/>
    </dgm:pt>
    <dgm:pt modelId="{B9279BA8-E237-4FF0-98CC-9F061DD14017}" type="pres">
      <dgm:prSet presAssocID="{7DFB7181-296A-4B38-BA24-6824DC60025E}" presName="parentText" presStyleLbl="node1" presStyleIdx="3" presStyleCnt="4">
        <dgm:presLayoutVars>
          <dgm:chMax val="0"/>
          <dgm:bulletEnabled val="1"/>
        </dgm:presLayoutVars>
      </dgm:prSet>
      <dgm:spPr>
        <a:xfrm>
          <a:off x="525780" y="3329109"/>
          <a:ext cx="7360920" cy="708480"/>
        </a:xfrm>
        <a:prstGeom prst="roundRect">
          <a:avLst/>
        </a:prstGeom>
      </dgm:spPr>
    </dgm:pt>
    <dgm:pt modelId="{F4A0FD44-87E2-420A-9F14-734635C0A51E}" type="pres">
      <dgm:prSet presAssocID="{7DFB7181-296A-4B38-BA24-6824DC60025E}" presName="negativeSpace" presStyleCnt="0"/>
      <dgm:spPr/>
    </dgm:pt>
    <dgm:pt modelId="{51BA486D-6777-4E2D-AB39-ED372F7B0F9F}" type="pres">
      <dgm:prSet presAssocID="{7DFB7181-296A-4B38-BA24-6824DC60025E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D49FEC05-767B-41B9-A908-81B44363D219}" type="presOf" srcId="{2B7F543F-592B-4C04-9C6B-402EC1DEA5EE}" destId="{DD1F278D-9F33-4516-9663-D71C633AF0D8}" srcOrd="0" destOrd="0" presId="urn:microsoft.com/office/officeart/2005/8/layout/list1"/>
    <dgm:cxn modelId="{F93DC615-DFE2-4A41-A093-1D5ED9719F17}" type="presOf" srcId="{3C43C6B6-9B7E-44C0-B44F-6F2FBD150DAA}" destId="{0AE6053A-9901-4329-AAE6-E90F9DD42A35}" srcOrd="1" destOrd="0" presId="urn:microsoft.com/office/officeart/2005/8/layout/list1"/>
    <dgm:cxn modelId="{6BB71F1B-C6CE-4783-951E-2B1DBE3CDC31}" type="presOf" srcId="{3C43C6B6-9B7E-44C0-B44F-6F2FBD150DAA}" destId="{0FEE4DEC-1364-4A52-AD52-914C2815DDA7}" srcOrd="0" destOrd="0" presId="urn:microsoft.com/office/officeart/2005/8/layout/list1"/>
    <dgm:cxn modelId="{6EC4EA2B-8EC8-4E2B-8684-4441E1AD13CA}" type="presOf" srcId="{2B7F543F-592B-4C04-9C6B-402EC1DEA5EE}" destId="{1E4A272F-EA16-4F24-9BD4-9AC7A10E552C}" srcOrd="1" destOrd="0" presId="urn:microsoft.com/office/officeart/2005/8/layout/list1"/>
    <dgm:cxn modelId="{C49AD36D-F60A-4B22-92AE-15EF506A214D}" type="presOf" srcId="{7DFB7181-296A-4B38-BA24-6824DC60025E}" destId="{810AA3EC-9FCB-46B9-85EE-007E5EBFB621}" srcOrd="0" destOrd="0" presId="urn:microsoft.com/office/officeart/2005/8/layout/list1"/>
    <dgm:cxn modelId="{F9CCFC73-409D-404B-8F4C-406B86800CD0}" type="presOf" srcId="{7DFB7181-296A-4B38-BA24-6824DC60025E}" destId="{B9279BA8-E237-4FF0-98CC-9F061DD14017}" srcOrd="1" destOrd="0" presId="urn:microsoft.com/office/officeart/2005/8/layout/list1"/>
    <dgm:cxn modelId="{57E39589-A0CB-455A-8690-9EB9FFE6ED7D}" type="presOf" srcId="{FB0D9B7A-0268-4D25-BC92-1F1B7761C540}" destId="{EAD782D6-D3BA-43EB-B238-6A5A9D03F093}" srcOrd="0" destOrd="0" presId="urn:microsoft.com/office/officeart/2005/8/layout/list1"/>
    <dgm:cxn modelId="{EF525C8B-40FF-4C9C-9995-888CB78F115D}" srcId="{A5511D3D-E447-48E5-96A9-F4246A25B62C}" destId="{FB0D9B7A-0268-4D25-BC92-1F1B7761C540}" srcOrd="1" destOrd="0" parTransId="{3A29C455-661F-44D1-93D5-E5852346E11B}" sibTransId="{A2E155D4-6585-4DDC-90DA-F068B991EE40}"/>
    <dgm:cxn modelId="{FAA918C4-6729-4928-9294-D2469557C9E0}" srcId="{A5511D3D-E447-48E5-96A9-F4246A25B62C}" destId="{7DFB7181-296A-4B38-BA24-6824DC60025E}" srcOrd="3" destOrd="0" parTransId="{311588E0-5EEA-4EFA-A1BB-3450730F4B49}" sibTransId="{4B3642BE-8141-4893-A57A-E8F46DEBC922}"/>
    <dgm:cxn modelId="{F24727C4-614E-44E8-B9A2-220BC7475077}" srcId="{A5511D3D-E447-48E5-96A9-F4246A25B62C}" destId="{3C43C6B6-9B7E-44C0-B44F-6F2FBD150DAA}" srcOrd="2" destOrd="0" parTransId="{84B92DB4-3E9B-407A-A69F-F792C6E46785}" sibTransId="{AD0C81F6-7A8F-4C15-A70B-BC062D1058DC}"/>
    <dgm:cxn modelId="{D5E25DE1-ABF7-4E23-B691-9EF48A1C38D1}" type="presOf" srcId="{A5511D3D-E447-48E5-96A9-F4246A25B62C}" destId="{CE29610F-FF9B-4138-A8E2-ABDC7B894DCA}" srcOrd="0" destOrd="0" presId="urn:microsoft.com/office/officeart/2005/8/layout/list1"/>
    <dgm:cxn modelId="{6A1936F6-65FE-4534-A178-2B7326C72AD5}" type="presOf" srcId="{FB0D9B7A-0268-4D25-BC92-1F1B7761C540}" destId="{C744FCB2-7197-43B3-9328-A62586180B7C}" srcOrd="1" destOrd="0" presId="urn:microsoft.com/office/officeart/2005/8/layout/list1"/>
    <dgm:cxn modelId="{CE0571FE-C411-4C03-BEE8-81246CA27FD2}" srcId="{A5511D3D-E447-48E5-96A9-F4246A25B62C}" destId="{2B7F543F-592B-4C04-9C6B-402EC1DEA5EE}" srcOrd="0" destOrd="0" parTransId="{66DFFEE9-B0A1-4B73-97D3-313F70E1133A}" sibTransId="{0CA6A391-D905-486A-8138-E74F0001447F}"/>
    <dgm:cxn modelId="{0B732FF6-D10E-4BBC-87E9-E64B1DC4EDF9}" type="presParOf" srcId="{CE29610F-FF9B-4138-A8E2-ABDC7B894DCA}" destId="{9C4DD7A3-D91A-4330-95EE-E2862DA81637}" srcOrd="0" destOrd="0" presId="urn:microsoft.com/office/officeart/2005/8/layout/list1"/>
    <dgm:cxn modelId="{127A71BA-FC9B-4744-BCD8-D71A18114813}" type="presParOf" srcId="{9C4DD7A3-D91A-4330-95EE-E2862DA81637}" destId="{DD1F278D-9F33-4516-9663-D71C633AF0D8}" srcOrd="0" destOrd="0" presId="urn:microsoft.com/office/officeart/2005/8/layout/list1"/>
    <dgm:cxn modelId="{DFB3FE83-AB33-4399-ABD3-BE4F833C585B}" type="presParOf" srcId="{9C4DD7A3-D91A-4330-95EE-E2862DA81637}" destId="{1E4A272F-EA16-4F24-9BD4-9AC7A10E552C}" srcOrd="1" destOrd="0" presId="urn:microsoft.com/office/officeart/2005/8/layout/list1"/>
    <dgm:cxn modelId="{C341D383-0E85-4986-B2A1-2EA19344B33E}" type="presParOf" srcId="{CE29610F-FF9B-4138-A8E2-ABDC7B894DCA}" destId="{57DC6D7E-DB26-4928-8B71-D222777A0802}" srcOrd="1" destOrd="0" presId="urn:microsoft.com/office/officeart/2005/8/layout/list1"/>
    <dgm:cxn modelId="{55F7D2A3-CCFE-4D9E-B342-CC7FA83A31C5}" type="presParOf" srcId="{CE29610F-FF9B-4138-A8E2-ABDC7B894DCA}" destId="{959DA057-E545-483A-BEE7-BE259E313A04}" srcOrd="2" destOrd="0" presId="urn:microsoft.com/office/officeart/2005/8/layout/list1"/>
    <dgm:cxn modelId="{41EC5DA0-0DB9-4622-AD02-93015F1491B7}" type="presParOf" srcId="{CE29610F-FF9B-4138-A8E2-ABDC7B894DCA}" destId="{FCD4E23A-51BA-4EAA-B458-F8D9D631BDED}" srcOrd="3" destOrd="0" presId="urn:microsoft.com/office/officeart/2005/8/layout/list1"/>
    <dgm:cxn modelId="{5830135F-B10C-4D0C-B5AC-D6E97C9C5B30}" type="presParOf" srcId="{CE29610F-FF9B-4138-A8E2-ABDC7B894DCA}" destId="{4A3B62DB-D0C3-4DE5-8A0B-8A5227E61BCB}" srcOrd="4" destOrd="0" presId="urn:microsoft.com/office/officeart/2005/8/layout/list1"/>
    <dgm:cxn modelId="{DBD7FCEF-D99B-4441-AA82-4F68A43DC6BB}" type="presParOf" srcId="{4A3B62DB-D0C3-4DE5-8A0B-8A5227E61BCB}" destId="{EAD782D6-D3BA-43EB-B238-6A5A9D03F093}" srcOrd="0" destOrd="0" presId="urn:microsoft.com/office/officeart/2005/8/layout/list1"/>
    <dgm:cxn modelId="{A6B5733E-B448-42B6-A117-43FD90295C78}" type="presParOf" srcId="{4A3B62DB-D0C3-4DE5-8A0B-8A5227E61BCB}" destId="{C744FCB2-7197-43B3-9328-A62586180B7C}" srcOrd="1" destOrd="0" presId="urn:microsoft.com/office/officeart/2005/8/layout/list1"/>
    <dgm:cxn modelId="{820A142C-1F2B-4F3D-8E45-D62858C7778E}" type="presParOf" srcId="{CE29610F-FF9B-4138-A8E2-ABDC7B894DCA}" destId="{8842DE6D-EC67-41EA-9E8B-F8722DC54798}" srcOrd="5" destOrd="0" presId="urn:microsoft.com/office/officeart/2005/8/layout/list1"/>
    <dgm:cxn modelId="{4B82421A-0C24-4CCE-AC03-9B78E05E011C}" type="presParOf" srcId="{CE29610F-FF9B-4138-A8E2-ABDC7B894DCA}" destId="{499DE47A-BBFC-4F6A-9000-87475F2EC677}" srcOrd="6" destOrd="0" presId="urn:microsoft.com/office/officeart/2005/8/layout/list1"/>
    <dgm:cxn modelId="{6FB70BB6-7BA6-4A4D-A2A0-0F6DF9B533A4}" type="presParOf" srcId="{CE29610F-FF9B-4138-A8E2-ABDC7B894DCA}" destId="{B9F36234-CFB4-4B2D-8910-89C6505500FD}" srcOrd="7" destOrd="0" presId="urn:microsoft.com/office/officeart/2005/8/layout/list1"/>
    <dgm:cxn modelId="{E74093FB-573B-49F6-A749-07C747882896}" type="presParOf" srcId="{CE29610F-FF9B-4138-A8E2-ABDC7B894DCA}" destId="{953D559A-DA6B-4EFD-9941-D37486501870}" srcOrd="8" destOrd="0" presId="urn:microsoft.com/office/officeart/2005/8/layout/list1"/>
    <dgm:cxn modelId="{9529B3D9-C8FF-43B8-8CFF-1960FCFCA425}" type="presParOf" srcId="{953D559A-DA6B-4EFD-9941-D37486501870}" destId="{0FEE4DEC-1364-4A52-AD52-914C2815DDA7}" srcOrd="0" destOrd="0" presId="urn:microsoft.com/office/officeart/2005/8/layout/list1"/>
    <dgm:cxn modelId="{51089AA2-0786-487F-8DDA-64DCD0C20172}" type="presParOf" srcId="{953D559A-DA6B-4EFD-9941-D37486501870}" destId="{0AE6053A-9901-4329-AAE6-E90F9DD42A35}" srcOrd="1" destOrd="0" presId="urn:microsoft.com/office/officeart/2005/8/layout/list1"/>
    <dgm:cxn modelId="{D71A8917-0E92-4FD6-8679-7DF55CA9B5A2}" type="presParOf" srcId="{CE29610F-FF9B-4138-A8E2-ABDC7B894DCA}" destId="{E75D2B6E-E558-491F-92DD-ACAAB5BCA561}" srcOrd="9" destOrd="0" presId="urn:microsoft.com/office/officeart/2005/8/layout/list1"/>
    <dgm:cxn modelId="{E759C66C-7236-4FD7-874F-630C0BD8FFEC}" type="presParOf" srcId="{CE29610F-FF9B-4138-A8E2-ABDC7B894DCA}" destId="{88471076-086A-499F-97D5-BFE40092257D}" srcOrd="10" destOrd="0" presId="urn:microsoft.com/office/officeart/2005/8/layout/list1"/>
    <dgm:cxn modelId="{20BA23F2-1C42-47EE-AC5E-500BE8F5E0B8}" type="presParOf" srcId="{CE29610F-FF9B-4138-A8E2-ABDC7B894DCA}" destId="{D8B8A62A-8E0C-4294-A188-F419FFBA8CCE}" srcOrd="11" destOrd="0" presId="urn:microsoft.com/office/officeart/2005/8/layout/list1"/>
    <dgm:cxn modelId="{9D34F061-6F53-468F-80FE-2B432D1DE043}" type="presParOf" srcId="{CE29610F-FF9B-4138-A8E2-ABDC7B894DCA}" destId="{005CA82E-C4C8-4FF8-A5E5-45565B542123}" srcOrd="12" destOrd="0" presId="urn:microsoft.com/office/officeart/2005/8/layout/list1"/>
    <dgm:cxn modelId="{75C18542-21F6-445C-BC2A-3FD85A3F68CC}" type="presParOf" srcId="{005CA82E-C4C8-4FF8-A5E5-45565B542123}" destId="{810AA3EC-9FCB-46B9-85EE-007E5EBFB621}" srcOrd="0" destOrd="0" presId="urn:microsoft.com/office/officeart/2005/8/layout/list1"/>
    <dgm:cxn modelId="{6BCED85B-9E20-4898-AF0E-EB58CAC5E2E0}" type="presParOf" srcId="{005CA82E-C4C8-4FF8-A5E5-45565B542123}" destId="{B9279BA8-E237-4FF0-98CC-9F061DD14017}" srcOrd="1" destOrd="0" presId="urn:microsoft.com/office/officeart/2005/8/layout/list1"/>
    <dgm:cxn modelId="{912652DB-43B1-40A5-B9E5-C09AC73607F4}" type="presParOf" srcId="{CE29610F-FF9B-4138-A8E2-ABDC7B894DCA}" destId="{F4A0FD44-87E2-420A-9F14-734635C0A51E}" srcOrd="13" destOrd="0" presId="urn:microsoft.com/office/officeart/2005/8/layout/list1"/>
    <dgm:cxn modelId="{E91B2984-DE61-4A2E-B84A-3CB65238C5F7}" type="presParOf" srcId="{CE29610F-FF9B-4138-A8E2-ABDC7B894DCA}" destId="{51BA486D-6777-4E2D-AB39-ED372F7B0F9F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30BAC59-3808-454B-990B-782CE010AFB0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9A9B6E3-BBB4-4625-8898-FE0F532CB2DC}">
      <dgm:prSet/>
      <dgm:spPr/>
      <dgm:t>
        <a:bodyPr/>
        <a:lstStyle/>
        <a:p>
          <a:r>
            <a:rPr lang="en-US"/>
            <a:t>Introduction</a:t>
          </a:r>
          <a:endParaRPr lang="en-US" dirty="0"/>
        </a:p>
      </dgm:t>
    </dgm:pt>
    <dgm:pt modelId="{D5DD7A3A-8DEB-4DD1-8359-AB8B57AA4E4B}" type="parTrans" cxnId="{47256728-A22B-4991-B131-3DBCBB17EE04}">
      <dgm:prSet/>
      <dgm:spPr/>
      <dgm:t>
        <a:bodyPr/>
        <a:lstStyle/>
        <a:p>
          <a:endParaRPr lang="en-US"/>
        </a:p>
      </dgm:t>
    </dgm:pt>
    <dgm:pt modelId="{D94F9B3B-05FA-4E91-80CD-EF672685D880}" type="sibTrans" cxnId="{47256728-A22B-4991-B131-3DBCBB17EE04}">
      <dgm:prSet/>
      <dgm:spPr/>
      <dgm:t>
        <a:bodyPr/>
        <a:lstStyle/>
        <a:p>
          <a:endParaRPr lang="en-US"/>
        </a:p>
      </dgm:t>
    </dgm:pt>
    <dgm:pt modelId="{2B82AA4F-E3C9-4052-8420-11E9693C2A03}">
      <dgm:prSet/>
      <dgm:spPr/>
      <dgm:t>
        <a:bodyPr/>
        <a:lstStyle/>
        <a:p>
          <a:r>
            <a:rPr lang="en-US"/>
            <a:t>Customer Insights</a:t>
          </a:r>
          <a:endParaRPr lang="en-US" dirty="0"/>
        </a:p>
      </dgm:t>
    </dgm:pt>
    <dgm:pt modelId="{6CD0AFE5-6FEB-4C41-BCB5-8E34DE23BDDA}" type="parTrans" cxnId="{C5D987D4-19B1-4511-9651-883157B5E914}">
      <dgm:prSet/>
      <dgm:spPr/>
      <dgm:t>
        <a:bodyPr/>
        <a:lstStyle/>
        <a:p>
          <a:endParaRPr lang="en-US"/>
        </a:p>
      </dgm:t>
    </dgm:pt>
    <dgm:pt modelId="{DAD6709A-A083-4D9B-B37B-90916509EEB2}" type="sibTrans" cxnId="{C5D987D4-19B1-4511-9651-883157B5E914}">
      <dgm:prSet/>
      <dgm:spPr/>
      <dgm:t>
        <a:bodyPr/>
        <a:lstStyle/>
        <a:p>
          <a:endParaRPr lang="en-US"/>
        </a:p>
      </dgm:t>
    </dgm:pt>
    <dgm:pt modelId="{097861D2-A155-480E-B891-78264C04FCD9}">
      <dgm:prSet/>
      <dgm:spPr/>
      <dgm:t>
        <a:bodyPr/>
        <a:lstStyle/>
        <a:p>
          <a:r>
            <a:rPr lang="en-US"/>
            <a:t>Product Performance</a:t>
          </a:r>
        </a:p>
      </dgm:t>
    </dgm:pt>
    <dgm:pt modelId="{9D3D0457-9913-43DB-8CD3-0B32C20AB52E}" type="parTrans" cxnId="{B9239A37-963B-458E-BBD2-412D36D11049}">
      <dgm:prSet/>
      <dgm:spPr/>
      <dgm:t>
        <a:bodyPr/>
        <a:lstStyle/>
        <a:p>
          <a:endParaRPr lang="en-US"/>
        </a:p>
      </dgm:t>
    </dgm:pt>
    <dgm:pt modelId="{10D191B2-0ECF-4E44-B1E5-35CB0B2A2317}" type="sibTrans" cxnId="{B9239A37-963B-458E-BBD2-412D36D11049}">
      <dgm:prSet/>
      <dgm:spPr/>
      <dgm:t>
        <a:bodyPr/>
        <a:lstStyle/>
        <a:p>
          <a:endParaRPr lang="en-US"/>
        </a:p>
      </dgm:t>
    </dgm:pt>
    <dgm:pt modelId="{EF9FA55D-2D36-4F76-9508-995C07412C25}">
      <dgm:prSet/>
      <dgm:spPr/>
      <dgm:t>
        <a:bodyPr/>
        <a:lstStyle/>
        <a:p>
          <a:r>
            <a:rPr lang="en-US"/>
            <a:t>Shipping Analysis</a:t>
          </a:r>
        </a:p>
      </dgm:t>
    </dgm:pt>
    <dgm:pt modelId="{BB51D3C6-7E96-4AD5-B942-8128D0CB5A6E}" type="parTrans" cxnId="{4C25542C-9052-426B-824B-84409DDA6C20}">
      <dgm:prSet/>
      <dgm:spPr/>
      <dgm:t>
        <a:bodyPr/>
        <a:lstStyle/>
        <a:p>
          <a:endParaRPr lang="en-US"/>
        </a:p>
      </dgm:t>
    </dgm:pt>
    <dgm:pt modelId="{32331CFA-C2B5-46E8-B1B6-29D5E980567C}" type="sibTrans" cxnId="{4C25542C-9052-426B-824B-84409DDA6C20}">
      <dgm:prSet/>
      <dgm:spPr/>
      <dgm:t>
        <a:bodyPr/>
        <a:lstStyle/>
        <a:p>
          <a:endParaRPr lang="en-US"/>
        </a:p>
      </dgm:t>
    </dgm:pt>
    <dgm:pt modelId="{5CD26B48-D120-43A1-8AAF-0CFFB71996FD}">
      <dgm:prSet/>
      <dgm:spPr/>
      <dgm:t>
        <a:bodyPr/>
        <a:lstStyle/>
        <a:p>
          <a:r>
            <a:rPr lang="en-US"/>
            <a:t>Regional Performance</a:t>
          </a:r>
          <a:endParaRPr lang="en-US" dirty="0"/>
        </a:p>
      </dgm:t>
    </dgm:pt>
    <dgm:pt modelId="{FD6A9F3C-B88A-4DA4-BB75-3297E181C681}" type="parTrans" cxnId="{CB3E832D-D448-49DF-9573-AA4550B6D838}">
      <dgm:prSet/>
      <dgm:spPr/>
      <dgm:t>
        <a:bodyPr/>
        <a:lstStyle/>
        <a:p>
          <a:endParaRPr lang="en-US"/>
        </a:p>
      </dgm:t>
    </dgm:pt>
    <dgm:pt modelId="{B397BB42-E89C-464C-80D9-05F34131A971}" type="sibTrans" cxnId="{CB3E832D-D448-49DF-9573-AA4550B6D838}">
      <dgm:prSet/>
      <dgm:spPr/>
      <dgm:t>
        <a:bodyPr/>
        <a:lstStyle/>
        <a:p>
          <a:endParaRPr lang="en-US"/>
        </a:p>
      </dgm:t>
    </dgm:pt>
    <dgm:pt modelId="{64D0C04E-0EBF-46B7-87B0-14BDAFC174A5}">
      <dgm:prSet/>
      <dgm:spPr/>
      <dgm:t>
        <a:bodyPr/>
        <a:lstStyle/>
        <a:p>
          <a:r>
            <a:rPr lang="en-US"/>
            <a:t>Cleaning</a:t>
          </a:r>
          <a:endParaRPr lang="en-US" dirty="0"/>
        </a:p>
      </dgm:t>
    </dgm:pt>
    <dgm:pt modelId="{E2A01331-B1BE-4C19-A55E-1F71084674F6}" type="parTrans" cxnId="{CBF25682-9C38-400E-B660-452FD86530FB}">
      <dgm:prSet/>
      <dgm:spPr/>
      <dgm:t>
        <a:bodyPr/>
        <a:lstStyle/>
        <a:p>
          <a:endParaRPr lang="en-US"/>
        </a:p>
      </dgm:t>
    </dgm:pt>
    <dgm:pt modelId="{45D32026-1CEE-478E-A766-67ECC2D75170}" type="sibTrans" cxnId="{CBF25682-9C38-400E-B660-452FD86530FB}">
      <dgm:prSet/>
      <dgm:spPr/>
      <dgm:t>
        <a:bodyPr/>
        <a:lstStyle/>
        <a:p>
          <a:endParaRPr lang="en-US"/>
        </a:p>
      </dgm:t>
    </dgm:pt>
    <dgm:pt modelId="{EF4CA7B7-ACEF-4EE9-91CD-649A8E2BFB95}">
      <dgm:prSet/>
      <dgm:spPr/>
      <dgm:t>
        <a:bodyPr/>
        <a:lstStyle/>
        <a:p>
          <a:r>
            <a:rPr lang="en-US"/>
            <a:t>Modeling</a:t>
          </a:r>
          <a:endParaRPr lang="en-US" dirty="0"/>
        </a:p>
      </dgm:t>
    </dgm:pt>
    <dgm:pt modelId="{7071CA61-C88E-475C-AE81-215F6694B2C0}" type="parTrans" cxnId="{5A0452AF-63B5-4C2D-B345-4CBF446BDFD9}">
      <dgm:prSet/>
      <dgm:spPr/>
      <dgm:t>
        <a:bodyPr/>
        <a:lstStyle/>
        <a:p>
          <a:endParaRPr lang="en-US"/>
        </a:p>
      </dgm:t>
    </dgm:pt>
    <dgm:pt modelId="{D3C89C22-1E08-48FA-96CA-146526093774}" type="sibTrans" cxnId="{5A0452AF-63B5-4C2D-B345-4CBF446BDFD9}">
      <dgm:prSet/>
      <dgm:spPr/>
      <dgm:t>
        <a:bodyPr/>
        <a:lstStyle/>
        <a:p>
          <a:endParaRPr lang="en-US"/>
        </a:p>
      </dgm:t>
    </dgm:pt>
    <dgm:pt modelId="{190BE088-E9A4-4F27-B981-7AEDDB3802B8}">
      <dgm:prSet/>
      <dgm:spPr/>
      <dgm:t>
        <a:bodyPr/>
        <a:lstStyle/>
        <a:p>
          <a:r>
            <a:rPr lang="en-US"/>
            <a:t>Sales Analysis</a:t>
          </a:r>
          <a:endParaRPr lang="en-US" dirty="0"/>
        </a:p>
      </dgm:t>
    </dgm:pt>
    <dgm:pt modelId="{0A8C0894-C4FB-4324-BD3B-293138165734}" type="parTrans" cxnId="{D4E0543E-CF86-4E65-82A7-4DA77CD77805}">
      <dgm:prSet/>
      <dgm:spPr/>
      <dgm:t>
        <a:bodyPr/>
        <a:lstStyle/>
        <a:p>
          <a:endParaRPr lang="en-US"/>
        </a:p>
      </dgm:t>
    </dgm:pt>
    <dgm:pt modelId="{F40DD494-5DAE-467C-8C82-44419A312E4C}" type="sibTrans" cxnId="{D4E0543E-CF86-4E65-82A7-4DA77CD77805}">
      <dgm:prSet/>
      <dgm:spPr/>
      <dgm:t>
        <a:bodyPr/>
        <a:lstStyle/>
        <a:p>
          <a:endParaRPr lang="en-US"/>
        </a:p>
      </dgm:t>
    </dgm:pt>
    <dgm:pt modelId="{FF02C164-6480-447A-994A-4A5805EC562C}" type="pres">
      <dgm:prSet presAssocID="{230BAC59-3808-454B-990B-782CE010AFB0}" presName="Name0" presStyleCnt="0">
        <dgm:presLayoutVars>
          <dgm:dir/>
          <dgm:animLvl val="lvl"/>
          <dgm:resizeHandles val="exact"/>
        </dgm:presLayoutVars>
      </dgm:prSet>
      <dgm:spPr/>
    </dgm:pt>
    <dgm:pt modelId="{5EEBF664-31F5-4D28-AFDF-EE27B6C8A280}" type="pres">
      <dgm:prSet presAssocID="{79A9B6E3-BBB4-4625-8898-FE0F532CB2DC}" presName="linNode" presStyleCnt="0"/>
      <dgm:spPr/>
    </dgm:pt>
    <dgm:pt modelId="{AA6C55FF-72D8-4797-830B-BA16843EE4F8}" type="pres">
      <dgm:prSet presAssocID="{79A9B6E3-BBB4-4625-8898-FE0F532CB2DC}" presName="parentText" presStyleLbl="node1" presStyleIdx="0" presStyleCnt="8">
        <dgm:presLayoutVars>
          <dgm:chMax val="1"/>
          <dgm:bulletEnabled val="1"/>
        </dgm:presLayoutVars>
      </dgm:prSet>
      <dgm:spPr/>
    </dgm:pt>
    <dgm:pt modelId="{521ACBDC-0ADE-461F-8AF5-D0AFBE23A6F7}" type="pres">
      <dgm:prSet presAssocID="{D94F9B3B-05FA-4E91-80CD-EF672685D880}" presName="sp" presStyleCnt="0"/>
      <dgm:spPr/>
    </dgm:pt>
    <dgm:pt modelId="{DE295FB8-A75F-4512-8B12-B2CC4F982676}" type="pres">
      <dgm:prSet presAssocID="{64D0C04E-0EBF-46B7-87B0-14BDAFC174A5}" presName="linNode" presStyleCnt="0"/>
      <dgm:spPr/>
    </dgm:pt>
    <dgm:pt modelId="{28672D61-4021-4500-96E4-68BFF2E94D05}" type="pres">
      <dgm:prSet presAssocID="{64D0C04E-0EBF-46B7-87B0-14BDAFC174A5}" presName="parentText" presStyleLbl="node1" presStyleIdx="1" presStyleCnt="8">
        <dgm:presLayoutVars>
          <dgm:chMax val="1"/>
          <dgm:bulletEnabled val="1"/>
        </dgm:presLayoutVars>
      </dgm:prSet>
      <dgm:spPr/>
    </dgm:pt>
    <dgm:pt modelId="{8AFA113C-5F06-46FE-B860-96263FD2DEED}" type="pres">
      <dgm:prSet presAssocID="{45D32026-1CEE-478E-A766-67ECC2D75170}" presName="sp" presStyleCnt="0"/>
      <dgm:spPr/>
    </dgm:pt>
    <dgm:pt modelId="{F1A52E2B-4C70-4689-B85D-0E1B5B34A5C7}" type="pres">
      <dgm:prSet presAssocID="{EF4CA7B7-ACEF-4EE9-91CD-649A8E2BFB95}" presName="linNode" presStyleCnt="0"/>
      <dgm:spPr/>
    </dgm:pt>
    <dgm:pt modelId="{BC37441F-65CD-4E88-BD9D-EA1A01897928}" type="pres">
      <dgm:prSet presAssocID="{EF4CA7B7-ACEF-4EE9-91CD-649A8E2BFB95}" presName="parentText" presStyleLbl="node1" presStyleIdx="2" presStyleCnt="8">
        <dgm:presLayoutVars>
          <dgm:chMax val="1"/>
          <dgm:bulletEnabled val="1"/>
        </dgm:presLayoutVars>
      </dgm:prSet>
      <dgm:spPr/>
    </dgm:pt>
    <dgm:pt modelId="{A8EC0E3F-2834-4C0E-A846-199336602A7B}" type="pres">
      <dgm:prSet presAssocID="{D3C89C22-1E08-48FA-96CA-146526093774}" presName="sp" presStyleCnt="0"/>
      <dgm:spPr/>
    </dgm:pt>
    <dgm:pt modelId="{735EC57F-7B4C-4C34-9C0D-0384E416EC6C}" type="pres">
      <dgm:prSet presAssocID="{190BE088-E9A4-4F27-B981-7AEDDB3802B8}" presName="linNode" presStyleCnt="0"/>
      <dgm:spPr/>
    </dgm:pt>
    <dgm:pt modelId="{6CA1F8D5-2260-4E95-A681-DEB7CFCD6459}" type="pres">
      <dgm:prSet presAssocID="{190BE088-E9A4-4F27-B981-7AEDDB3802B8}" presName="parentText" presStyleLbl="node1" presStyleIdx="3" presStyleCnt="8">
        <dgm:presLayoutVars>
          <dgm:chMax val="1"/>
          <dgm:bulletEnabled val="1"/>
        </dgm:presLayoutVars>
      </dgm:prSet>
      <dgm:spPr/>
    </dgm:pt>
    <dgm:pt modelId="{E26538A3-E55C-41FA-9C49-36F166B74CC0}" type="pres">
      <dgm:prSet presAssocID="{F40DD494-5DAE-467C-8C82-44419A312E4C}" presName="sp" presStyleCnt="0"/>
      <dgm:spPr/>
    </dgm:pt>
    <dgm:pt modelId="{095D96EA-DC44-44A2-BD1E-F2F5030BC0F6}" type="pres">
      <dgm:prSet presAssocID="{2B82AA4F-E3C9-4052-8420-11E9693C2A03}" presName="linNode" presStyleCnt="0"/>
      <dgm:spPr/>
    </dgm:pt>
    <dgm:pt modelId="{938B0EB5-096E-4FE5-837D-D73802EB8977}" type="pres">
      <dgm:prSet presAssocID="{2B82AA4F-E3C9-4052-8420-11E9693C2A03}" presName="parentText" presStyleLbl="node1" presStyleIdx="4" presStyleCnt="8">
        <dgm:presLayoutVars>
          <dgm:chMax val="1"/>
          <dgm:bulletEnabled val="1"/>
        </dgm:presLayoutVars>
      </dgm:prSet>
      <dgm:spPr/>
    </dgm:pt>
    <dgm:pt modelId="{825540AE-F864-4947-8305-558D708DADA4}" type="pres">
      <dgm:prSet presAssocID="{DAD6709A-A083-4D9B-B37B-90916509EEB2}" presName="sp" presStyleCnt="0"/>
      <dgm:spPr/>
    </dgm:pt>
    <dgm:pt modelId="{6F8F9340-3E9F-4015-8CDF-9A6F997574B7}" type="pres">
      <dgm:prSet presAssocID="{097861D2-A155-480E-B891-78264C04FCD9}" presName="linNode" presStyleCnt="0"/>
      <dgm:spPr/>
    </dgm:pt>
    <dgm:pt modelId="{03CA9647-7DB9-46BE-809D-15E8F711DF94}" type="pres">
      <dgm:prSet presAssocID="{097861D2-A155-480E-B891-78264C04FCD9}" presName="parentText" presStyleLbl="node1" presStyleIdx="5" presStyleCnt="8">
        <dgm:presLayoutVars>
          <dgm:chMax val="1"/>
          <dgm:bulletEnabled val="1"/>
        </dgm:presLayoutVars>
      </dgm:prSet>
      <dgm:spPr/>
    </dgm:pt>
    <dgm:pt modelId="{0F530655-497A-4827-AD88-41704D6880DF}" type="pres">
      <dgm:prSet presAssocID="{10D191B2-0ECF-4E44-B1E5-35CB0B2A2317}" presName="sp" presStyleCnt="0"/>
      <dgm:spPr/>
    </dgm:pt>
    <dgm:pt modelId="{675452DC-768E-41E6-9568-F7AFEE2B50D6}" type="pres">
      <dgm:prSet presAssocID="{EF9FA55D-2D36-4F76-9508-995C07412C25}" presName="linNode" presStyleCnt="0"/>
      <dgm:spPr/>
    </dgm:pt>
    <dgm:pt modelId="{FE55C61B-02EC-48C9-8DA6-026BEC183CE9}" type="pres">
      <dgm:prSet presAssocID="{EF9FA55D-2D36-4F76-9508-995C07412C25}" presName="parentText" presStyleLbl="node1" presStyleIdx="6" presStyleCnt="8">
        <dgm:presLayoutVars>
          <dgm:chMax val="1"/>
          <dgm:bulletEnabled val="1"/>
        </dgm:presLayoutVars>
      </dgm:prSet>
      <dgm:spPr/>
    </dgm:pt>
    <dgm:pt modelId="{D0EF7036-7B3F-40BD-B139-ADCAA938016E}" type="pres">
      <dgm:prSet presAssocID="{32331CFA-C2B5-46E8-B1B6-29D5E980567C}" presName="sp" presStyleCnt="0"/>
      <dgm:spPr/>
    </dgm:pt>
    <dgm:pt modelId="{D4C7D890-E55A-4488-979B-9EB4A3D50DF9}" type="pres">
      <dgm:prSet presAssocID="{5CD26B48-D120-43A1-8AAF-0CFFB71996FD}" presName="linNode" presStyleCnt="0"/>
      <dgm:spPr/>
    </dgm:pt>
    <dgm:pt modelId="{7FFE1716-A3F8-4C11-AB0A-FB564CCA649C}" type="pres">
      <dgm:prSet presAssocID="{5CD26B48-D120-43A1-8AAF-0CFFB71996FD}" presName="parentText" presStyleLbl="node1" presStyleIdx="7" presStyleCnt="8">
        <dgm:presLayoutVars>
          <dgm:chMax val="1"/>
          <dgm:bulletEnabled val="1"/>
        </dgm:presLayoutVars>
      </dgm:prSet>
      <dgm:spPr/>
    </dgm:pt>
  </dgm:ptLst>
  <dgm:cxnLst>
    <dgm:cxn modelId="{20A1B305-99B4-41D4-BC63-28DE4194A994}" type="presOf" srcId="{EF4CA7B7-ACEF-4EE9-91CD-649A8E2BFB95}" destId="{BC37441F-65CD-4E88-BD9D-EA1A01897928}" srcOrd="0" destOrd="0" presId="urn:microsoft.com/office/officeart/2005/8/layout/vList5"/>
    <dgm:cxn modelId="{3750770E-016A-4BFA-9CDC-877AD68DC74B}" type="presOf" srcId="{230BAC59-3808-454B-990B-782CE010AFB0}" destId="{FF02C164-6480-447A-994A-4A5805EC562C}" srcOrd="0" destOrd="0" presId="urn:microsoft.com/office/officeart/2005/8/layout/vList5"/>
    <dgm:cxn modelId="{185E3414-7850-4D42-B4FD-EC752224E276}" type="presOf" srcId="{2B82AA4F-E3C9-4052-8420-11E9693C2A03}" destId="{938B0EB5-096E-4FE5-837D-D73802EB8977}" srcOrd="0" destOrd="0" presId="urn:microsoft.com/office/officeart/2005/8/layout/vList5"/>
    <dgm:cxn modelId="{47256728-A22B-4991-B131-3DBCBB17EE04}" srcId="{230BAC59-3808-454B-990B-782CE010AFB0}" destId="{79A9B6E3-BBB4-4625-8898-FE0F532CB2DC}" srcOrd="0" destOrd="0" parTransId="{D5DD7A3A-8DEB-4DD1-8359-AB8B57AA4E4B}" sibTransId="{D94F9B3B-05FA-4E91-80CD-EF672685D880}"/>
    <dgm:cxn modelId="{4C25542C-9052-426B-824B-84409DDA6C20}" srcId="{230BAC59-3808-454B-990B-782CE010AFB0}" destId="{EF9FA55D-2D36-4F76-9508-995C07412C25}" srcOrd="6" destOrd="0" parTransId="{BB51D3C6-7E96-4AD5-B942-8128D0CB5A6E}" sibTransId="{32331CFA-C2B5-46E8-B1B6-29D5E980567C}"/>
    <dgm:cxn modelId="{CB3E832D-D448-49DF-9573-AA4550B6D838}" srcId="{230BAC59-3808-454B-990B-782CE010AFB0}" destId="{5CD26B48-D120-43A1-8AAF-0CFFB71996FD}" srcOrd="7" destOrd="0" parTransId="{FD6A9F3C-B88A-4DA4-BB75-3297E181C681}" sibTransId="{B397BB42-E89C-464C-80D9-05F34131A971}"/>
    <dgm:cxn modelId="{6E7D5E2E-5D02-403F-8A66-E07019B0920D}" type="presOf" srcId="{EF9FA55D-2D36-4F76-9508-995C07412C25}" destId="{FE55C61B-02EC-48C9-8DA6-026BEC183CE9}" srcOrd="0" destOrd="0" presId="urn:microsoft.com/office/officeart/2005/8/layout/vList5"/>
    <dgm:cxn modelId="{C8F9C032-5122-417A-A9CD-1147AF60A2BE}" type="presOf" srcId="{5CD26B48-D120-43A1-8AAF-0CFFB71996FD}" destId="{7FFE1716-A3F8-4C11-AB0A-FB564CCA649C}" srcOrd="0" destOrd="0" presId="urn:microsoft.com/office/officeart/2005/8/layout/vList5"/>
    <dgm:cxn modelId="{B9239A37-963B-458E-BBD2-412D36D11049}" srcId="{230BAC59-3808-454B-990B-782CE010AFB0}" destId="{097861D2-A155-480E-B891-78264C04FCD9}" srcOrd="5" destOrd="0" parTransId="{9D3D0457-9913-43DB-8CD3-0B32C20AB52E}" sibTransId="{10D191B2-0ECF-4E44-B1E5-35CB0B2A2317}"/>
    <dgm:cxn modelId="{D4E0543E-CF86-4E65-82A7-4DA77CD77805}" srcId="{230BAC59-3808-454B-990B-782CE010AFB0}" destId="{190BE088-E9A4-4F27-B981-7AEDDB3802B8}" srcOrd="3" destOrd="0" parTransId="{0A8C0894-C4FB-4324-BD3B-293138165734}" sibTransId="{F40DD494-5DAE-467C-8C82-44419A312E4C}"/>
    <dgm:cxn modelId="{EB5B3B4E-DD2D-4717-96E0-785C01A20794}" type="presOf" srcId="{190BE088-E9A4-4F27-B981-7AEDDB3802B8}" destId="{6CA1F8D5-2260-4E95-A681-DEB7CFCD6459}" srcOrd="0" destOrd="0" presId="urn:microsoft.com/office/officeart/2005/8/layout/vList5"/>
    <dgm:cxn modelId="{CBF25682-9C38-400E-B660-452FD86530FB}" srcId="{230BAC59-3808-454B-990B-782CE010AFB0}" destId="{64D0C04E-0EBF-46B7-87B0-14BDAFC174A5}" srcOrd="1" destOrd="0" parTransId="{E2A01331-B1BE-4C19-A55E-1F71084674F6}" sibTransId="{45D32026-1CEE-478E-A766-67ECC2D75170}"/>
    <dgm:cxn modelId="{38799797-F3D5-471E-A0CB-01916CB00F57}" type="presOf" srcId="{79A9B6E3-BBB4-4625-8898-FE0F532CB2DC}" destId="{AA6C55FF-72D8-4797-830B-BA16843EE4F8}" srcOrd="0" destOrd="0" presId="urn:microsoft.com/office/officeart/2005/8/layout/vList5"/>
    <dgm:cxn modelId="{5A0452AF-63B5-4C2D-B345-4CBF446BDFD9}" srcId="{230BAC59-3808-454B-990B-782CE010AFB0}" destId="{EF4CA7B7-ACEF-4EE9-91CD-649A8E2BFB95}" srcOrd="2" destOrd="0" parTransId="{7071CA61-C88E-475C-AE81-215F6694B2C0}" sibTransId="{D3C89C22-1E08-48FA-96CA-146526093774}"/>
    <dgm:cxn modelId="{529D28B0-F9C1-4DFF-B28D-85363BF100AE}" type="presOf" srcId="{097861D2-A155-480E-B891-78264C04FCD9}" destId="{03CA9647-7DB9-46BE-809D-15E8F711DF94}" srcOrd="0" destOrd="0" presId="urn:microsoft.com/office/officeart/2005/8/layout/vList5"/>
    <dgm:cxn modelId="{EB5539D2-4526-416E-BABA-31D5A6B5438F}" type="presOf" srcId="{64D0C04E-0EBF-46B7-87B0-14BDAFC174A5}" destId="{28672D61-4021-4500-96E4-68BFF2E94D05}" srcOrd="0" destOrd="0" presId="urn:microsoft.com/office/officeart/2005/8/layout/vList5"/>
    <dgm:cxn modelId="{C5D987D4-19B1-4511-9651-883157B5E914}" srcId="{230BAC59-3808-454B-990B-782CE010AFB0}" destId="{2B82AA4F-E3C9-4052-8420-11E9693C2A03}" srcOrd="4" destOrd="0" parTransId="{6CD0AFE5-6FEB-4C41-BCB5-8E34DE23BDDA}" sibTransId="{DAD6709A-A083-4D9B-B37B-90916509EEB2}"/>
    <dgm:cxn modelId="{794C5486-0003-413F-BC25-A089B7A8F9E3}" type="presParOf" srcId="{FF02C164-6480-447A-994A-4A5805EC562C}" destId="{5EEBF664-31F5-4D28-AFDF-EE27B6C8A280}" srcOrd="0" destOrd="0" presId="urn:microsoft.com/office/officeart/2005/8/layout/vList5"/>
    <dgm:cxn modelId="{3F714752-6C65-473B-97D4-B74CA2258FDD}" type="presParOf" srcId="{5EEBF664-31F5-4D28-AFDF-EE27B6C8A280}" destId="{AA6C55FF-72D8-4797-830B-BA16843EE4F8}" srcOrd="0" destOrd="0" presId="urn:microsoft.com/office/officeart/2005/8/layout/vList5"/>
    <dgm:cxn modelId="{E5B1514E-AE8D-474A-8459-75D0B0AC7594}" type="presParOf" srcId="{FF02C164-6480-447A-994A-4A5805EC562C}" destId="{521ACBDC-0ADE-461F-8AF5-D0AFBE23A6F7}" srcOrd="1" destOrd="0" presId="urn:microsoft.com/office/officeart/2005/8/layout/vList5"/>
    <dgm:cxn modelId="{B37654A1-5C2F-428B-827B-1065E153FEBF}" type="presParOf" srcId="{FF02C164-6480-447A-994A-4A5805EC562C}" destId="{DE295FB8-A75F-4512-8B12-B2CC4F982676}" srcOrd="2" destOrd="0" presId="urn:microsoft.com/office/officeart/2005/8/layout/vList5"/>
    <dgm:cxn modelId="{9105AB30-60A8-4C4C-92E0-AEDAA55BB43B}" type="presParOf" srcId="{DE295FB8-A75F-4512-8B12-B2CC4F982676}" destId="{28672D61-4021-4500-96E4-68BFF2E94D05}" srcOrd="0" destOrd="0" presId="urn:microsoft.com/office/officeart/2005/8/layout/vList5"/>
    <dgm:cxn modelId="{A828A7B2-AE64-4FAF-85E7-12FFAC34998B}" type="presParOf" srcId="{FF02C164-6480-447A-994A-4A5805EC562C}" destId="{8AFA113C-5F06-46FE-B860-96263FD2DEED}" srcOrd="3" destOrd="0" presId="urn:microsoft.com/office/officeart/2005/8/layout/vList5"/>
    <dgm:cxn modelId="{AE539424-BDD4-477F-93E1-D5BDC09B89FB}" type="presParOf" srcId="{FF02C164-6480-447A-994A-4A5805EC562C}" destId="{F1A52E2B-4C70-4689-B85D-0E1B5B34A5C7}" srcOrd="4" destOrd="0" presId="urn:microsoft.com/office/officeart/2005/8/layout/vList5"/>
    <dgm:cxn modelId="{2CFCCDD7-F923-40B0-9081-7829CF0A2CFC}" type="presParOf" srcId="{F1A52E2B-4C70-4689-B85D-0E1B5B34A5C7}" destId="{BC37441F-65CD-4E88-BD9D-EA1A01897928}" srcOrd="0" destOrd="0" presId="urn:microsoft.com/office/officeart/2005/8/layout/vList5"/>
    <dgm:cxn modelId="{39138CCB-5991-4562-938F-8A07ECFC8DA0}" type="presParOf" srcId="{FF02C164-6480-447A-994A-4A5805EC562C}" destId="{A8EC0E3F-2834-4C0E-A846-199336602A7B}" srcOrd="5" destOrd="0" presId="urn:microsoft.com/office/officeart/2005/8/layout/vList5"/>
    <dgm:cxn modelId="{E143F74A-2F88-4478-AF2A-02C447CE7983}" type="presParOf" srcId="{FF02C164-6480-447A-994A-4A5805EC562C}" destId="{735EC57F-7B4C-4C34-9C0D-0384E416EC6C}" srcOrd="6" destOrd="0" presId="urn:microsoft.com/office/officeart/2005/8/layout/vList5"/>
    <dgm:cxn modelId="{58FD84A4-A481-4962-80D4-0C886DDEEDA2}" type="presParOf" srcId="{735EC57F-7B4C-4C34-9C0D-0384E416EC6C}" destId="{6CA1F8D5-2260-4E95-A681-DEB7CFCD6459}" srcOrd="0" destOrd="0" presId="urn:microsoft.com/office/officeart/2005/8/layout/vList5"/>
    <dgm:cxn modelId="{A0E54188-4160-41E0-B766-411B73C563B5}" type="presParOf" srcId="{FF02C164-6480-447A-994A-4A5805EC562C}" destId="{E26538A3-E55C-41FA-9C49-36F166B74CC0}" srcOrd="7" destOrd="0" presId="urn:microsoft.com/office/officeart/2005/8/layout/vList5"/>
    <dgm:cxn modelId="{848DF802-3C1C-42AD-8050-119DCB30DEEC}" type="presParOf" srcId="{FF02C164-6480-447A-994A-4A5805EC562C}" destId="{095D96EA-DC44-44A2-BD1E-F2F5030BC0F6}" srcOrd="8" destOrd="0" presId="urn:microsoft.com/office/officeart/2005/8/layout/vList5"/>
    <dgm:cxn modelId="{B1ACCC95-6DBA-47F1-87F5-E6A5B3A068B4}" type="presParOf" srcId="{095D96EA-DC44-44A2-BD1E-F2F5030BC0F6}" destId="{938B0EB5-096E-4FE5-837D-D73802EB8977}" srcOrd="0" destOrd="0" presId="urn:microsoft.com/office/officeart/2005/8/layout/vList5"/>
    <dgm:cxn modelId="{D1612D17-AD17-447F-A3FA-B99D1E250324}" type="presParOf" srcId="{FF02C164-6480-447A-994A-4A5805EC562C}" destId="{825540AE-F864-4947-8305-558D708DADA4}" srcOrd="9" destOrd="0" presId="urn:microsoft.com/office/officeart/2005/8/layout/vList5"/>
    <dgm:cxn modelId="{743A1C6D-A4B4-475E-9CED-48F20CA9CBC3}" type="presParOf" srcId="{FF02C164-6480-447A-994A-4A5805EC562C}" destId="{6F8F9340-3E9F-4015-8CDF-9A6F997574B7}" srcOrd="10" destOrd="0" presId="urn:microsoft.com/office/officeart/2005/8/layout/vList5"/>
    <dgm:cxn modelId="{A5B72BE8-2543-4353-93BC-9DB8BD920444}" type="presParOf" srcId="{6F8F9340-3E9F-4015-8CDF-9A6F997574B7}" destId="{03CA9647-7DB9-46BE-809D-15E8F711DF94}" srcOrd="0" destOrd="0" presId="urn:microsoft.com/office/officeart/2005/8/layout/vList5"/>
    <dgm:cxn modelId="{F677C7DE-77C5-419B-96BB-61358CEEF422}" type="presParOf" srcId="{FF02C164-6480-447A-994A-4A5805EC562C}" destId="{0F530655-497A-4827-AD88-41704D6880DF}" srcOrd="11" destOrd="0" presId="urn:microsoft.com/office/officeart/2005/8/layout/vList5"/>
    <dgm:cxn modelId="{46E866A0-D5B7-4E08-9BDB-206B1E68EFF6}" type="presParOf" srcId="{FF02C164-6480-447A-994A-4A5805EC562C}" destId="{675452DC-768E-41E6-9568-F7AFEE2B50D6}" srcOrd="12" destOrd="0" presId="urn:microsoft.com/office/officeart/2005/8/layout/vList5"/>
    <dgm:cxn modelId="{1AE6B80F-F3F7-4DED-B8C6-2DBAD07889DA}" type="presParOf" srcId="{675452DC-768E-41E6-9568-F7AFEE2B50D6}" destId="{FE55C61B-02EC-48C9-8DA6-026BEC183CE9}" srcOrd="0" destOrd="0" presId="urn:microsoft.com/office/officeart/2005/8/layout/vList5"/>
    <dgm:cxn modelId="{0C2A650C-8B98-4F2C-A3CD-5CBB6A70D1AF}" type="presParOf" srcId="{FF02C164-6480-447A-994A-4A5805EC562C}" destId="{D0EF7036-7B3F-40BD-B139-ADCAA938016E}" srcOrd="13" destOrd="0" presId="urn:microsoft.com/office/officeart/2005/8/layout/vList5"/>
    <dgm:cxn modelId="{9A5288CD-A7F6-47AF-BD60-958BEFAD902E}" type="presParOf" srcId="{FF02C164-6480-447A-994A-4A5805EC562C}" destId="{D4C7D890-E55A-4488-979B-9EB4A3D50DF9}" srcOrd="14" destOrd="0" presId="urn:microsoft.com/office/officeart/2005/8/layout/vList5"/>
    <dgm:cxn modelId="{E2A87280-1052-4B61-AD2F-62C4291D3045}" type="presParOf" srcId="{D4C7D890-E55A-4488-979B-9EB4A3D50DF9}" destId="{7FFE1716-A3F8-4C11-AB0A-FB564CCA649C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F30A3DE-1D6E-46D8-B69D-F395693EDDD3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B657B188-70E4-45AE-854D-512E8CAB30C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solidFill>
                <a:schemeClr val="bg1"/>
              </a:solidFill>
            </a:rPr>
            <a:t>Overview of the Superstore Sales Dataset</a:t>
          </a:r>
        </a:p>
      </dgm:t>
    </dgm:pt>
    <dgm:pt modelId="{FA3D27D6-5C4E-4059-BF5E-1697EDC4C940}" type="parTrans" cxnId="{60687571-8F10-4FAE-8CA0-A570A4CE8354}">
      <dgm:prSet/>
      <dgm:spPr/>
      <dgm:t>
        <a:bodyPr/>
        <a:lstStyle/>
        <a:p>
          <a:endParaRPr lang="en-US"/>
        </a:p>
      </dgm:t>
    </dgm:pt>
    <dgm:pt modelId="{478C5B4B-6390-41F1-88F9-EDA8D93F6A0F}" type="sibTrans" cxnId="{60687571-8F10-4FAE-8CA0-A570A4CE8354}">
      <dgm:prSet/>
      <dgm:spPr/>
      <dgm:t>
        <a:bodyPr/>
        <a:lstStyle/>
        <a:p>
          <a:endParaRPr lang="en-US"/>
        </a:p>
      </dgm:t>
    </dgm:pt>
    <dgm:pt modelId="{BFAB0529-9474-4FB7-ACCF-48FB51D9B5E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solidFill>
                <a:schemeClr val="bg1"/>
              </a:solidFill>
            </a:rPr>
            <a:t>Business Objectives &amp; Data Scope</a:t>
          </a:r>
        </a:p>
      </dgm:t>
    </dgm:pt>
    <dgm:pt modelId="{AF35CEB4-C0A0-436D-BDC5-81C02DC7FB37}" type="parTrans" cxnId="{34460788-E15B-4FB5-A417-358EC576C69E}">
      <dgm:prSet/>
      <dgm:spPr/>
      <dgm:t>
        <a:bodyPr/>
        <a:lstStyle/>
        <a:p>
          <a:endParaRPr lang="en-US"/>
        </a:p>
      </dgm:t>
    </dgm:pt>
    <dgm:pt modelId="{8D267893-DD56-452E-81C5-15BC74033489}" type="sibTrans" cxnId="{34460788-E15B-4FB5-A417-358EC576C69E}">
      <dgm:prSet/>
      <dgm:spPr/>
      <dgm:t>
        <a:bodyPr/>
        <a:lstStyle/>
        <a:p>
          <a:endParaRPr lang="en-US"/>
        </a:p>
      </dgm:t>
    </dgm:pt>
    <dgm:pt modelId="{26B4B6E4-C668-4F82-A043-3EBFDB621740}" type="pres">
      <dgm:prSet presAssocID="{DF30A3DE-1D6E-46D8-B69D-F395693EDDD3}" presName="root" presStyleCnt="0">
        <dgm:presLayoutVars>
          <dgm:dir/>
          <dgm:resizeHandles val="exact"/>
        </dgm:presLayoutVars>
      </dgm:prSet>
      <dgm:spPr/>
    </dgm:pt>
    <dgm:pt modelId="{B16393DD-28E7-464E-94BF-F84538EB51C8}" type="pres">
      <dgm:prSet presAssocID="{B657B188-70E4-45AE-854D-512E8CAB30CB}" presName="compNode" presStyleCnt="0"/>
      <dgm:spPr/>
    </dgm:pt>
    <dgm:pt modelId="{80A8541A-D9F5-4EAE-BF8D-FB40B3031D01}" type="pres">
      <dgm:prSet presAssocID="{B657B188-70E4-45AE-854D-512E8CAB30CB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8BEDFED6-5752-4791-AC65-5D4D34D71C50}" type="pres">
      <dgm:prSet presAssocID="{B657B188-70E4-45AE-854D-512E8CAB30CB}" presName="spaceRect" presStyleCnt="0"/>
      <dgm:spPr/>
    </dgm:pt>
    <dgm:pt modelId="{63373506-93F0-405F-843A-001353A3F773}" type="pres">
      <dgm:prSet presAssocID="{B657B188-70E4-45AE-854D-512E8CAB30CB}" presName="textRect" presStyleLbl="revTx" presStyleIdx="0" presStyleCnt="2">
        <dgm:presLayoutVars>
          <dgm:chMax val="1"/>
          <dgm:chPref val="1"/>
        </dgm:presLayoutVars>
      </dgm:prSet>
      <dgm:spPr/>
    </dgm:pt>
    <dgm:pt modelId="{A0F44F16-7A2E-4CDE-9810-0E8AABFCA94D}" type="pres">
      <dgm:prSet presAssocID="{478C5B4B-6390-41F1-88F9-EDA8D93F6A0F}" presName="sibTrans" presStyleCnt="0"/>
      <dgm:spPr/>
    </dgm:pt>
    <dgm:pt modelId="{2CB15DBE-84EE-424D-B36F-81D21C035460}" type="pres">
      <dgm:prSet presAssocID="{BFAB0529-9474-4FB7-ACCF-48FB51D9B5EE}" presName="compNode" presStyleCnt="0"/>
      <dgm:spPr/>
    </dgm:pt>
    <dgm:pt modelId="{995DF49D-A59F-436B-BDEE-02AC3F684CBA}" type="pres">
      <dgm:prSet presAssocID="{BFAB0529-9474-4FB7-ACCF-48FB51D9B5EE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32D20C27-79BD-4030-A13C-FE22652107DF}" type="pres">
      <dgm:prSet presAssocID="{BFAB0529-9474-4FB7-ACCF-48FB51D9B5EE}" presName="spaceRect" presStyleCnt="0"/>
      <dgm:spPr/>
    </dgm:pt>
    <dgm:pt modelId="{72A5C919-B649-4015-B883-113742A8B4F0}" type="pres">
      <dgm:prSet presAssocID="{BFAB0529-9474-4FB7-ACCF-48FB51D9B5EE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60687571-8F10-4FAE-8CA0-A570A4CE8354}" srcId="{DF30A3DE-1D6E-46D8-B69D-F395693EDDD3}" destId="{B657B188-70E4-45AE-854D-512E8CAB30CB}" srcOrd="0" destOrd="0" parTransId="{FA3D27D6-5C4E-4059-BF5E-1697EDC4C940}" sibTransId="{478C5B4B-6390-41F1-88F9-EDA8D93F6A0F}"/>
    <dgm:cxn modelId="{85890F7D-FE9D-4307-AE77-6F533E56C581}" type="presOf" srcId="{B657B188-70E4-45AE-854D-512E8CAB30CB}" destId="{63373506-93F0-405F-843A-001353A3F773}" srcOrd="0" destOrd="0" presId="urn:microsoft.com/office/officeart/2018/2/layout/IconLabelList"/>
    <dgm:cxn modelId="{34460788-E15B-4FB5-A417-358EC576C69E}" srcId="{DF30A3DE-1D6E-46D8-B69D-F395693EDDD3}" destId="{BFAB0529-9474-4FB7-ACCF-48FB51D9B5EE}" srcOrd="1" destOrd="0" parTransId="{AF35CEB4-C0A0-436D-BDC5-81C02DC7FB37}" sibTransId="{8D267893-DD56-452E-81C5-15BC74033489}"/>
    <dgm:cxn modelId="{FCFB198A-DB60-4AB7-B762-AEE7013045C2}" type="presOf" srcId="{BFAB0529-9474-4FB7-ACCF-48FB51D9B5EE}" destId="{72A5C919-B649-4015-B883-113742A8B4F0}" srcOrd="0" destOrd="0" presId="urn:microsoft.com/office/officeart/2018/2/layout/IconLabelList"/>
    <dgm:cxn modelId="{95F5C0EC-8751-45C5-A98A-15F513A9C6DC}" type="presOf" srcId="{DF30A3DE-1D6E-46D8-B69D-F395693EDDD3}" destId="{26B4B6E4-C668-4F82-A043-3EBFDB621740}" srcOrd="0" destOrd="0" presId="urn:microsoft.com/office/officeart/2018/2/layout/IconLabelList"/>
    <dgm:cxn modelId="{18B7D94A-DAD9-49F2-B4D2-0C2B4A3CC52C}" type="presParOf" srcId="{26B4B6E4-C668-4F82-A043-3EBFDB621740}" destId="{B16393DD-28E7-464E-94BF-F84538EB51C8}" srcOrd="0" destOrd="0" presId="urn:microsoft.com/office/officeart/2018/2/layout/IconLabelList"/>
    <dgm:cxn modelId="{9C3DEF4E-177F-4A2D-84AE-5CD6F92D3153}" type="presParOf" srcId="{B16393DD-28E7-464E-94BF-F84538EB51C8}" destId="{80A8541A-D9F5-4EAE-BF8D-FB40B3031D01}" srcOrd="0" destOrd="0" presId="urn:microsoft.com/office/officeart/2018/2/layout/IconLabelList"/>
    <dgm:cxn modelId="{352D6B51-95E3-4AAB-A3FD-482156A1F6B9}" type="presParOf" srcId="{B16393DD-28E7-464E-94BF-F84538EB51C8}" destId="{8BEDFED6-5752-4791-AC65-5D4D34D71C50}" srcOrd="1" destOrd="0" presId="urn:microsoft.com/office/officeart/2018/2/layout/IconLabelList"/>
    <dgm:cxn modelId="{BBDCB24F-8C20-46E8-AAAD-69C89F5B7683}" type="presParOf" srcId="{B16393DD-28E7-464E-94BF-F84538EB51C8}" destId="{63373506-93F0-405F-843A-001353A3F773}" srcOrd="2" destOrd="0" presId="urn:microsoft.com/office/officeart/2018/2/layout/IconLabelList"/>
    <dgm:cxn modelId="{56DFCDB0-D578-487B-A0E9-674A81632A6F}" type="presParOf" srcId="{26B4B6E4-C668-4F82-A043-3EBFDB621740}" destId="{A0F44F16-7A2E-4CDE-9810-0E8AABFCA94D}" srcOrd="1" destOrd="0" presId="urn:microsoft.com/office/officeart/2018/2/layout/IconLabelList"/>
    <dgm:cxn modelId="{E43E0300-E9DE-4158-B9D0-BC14126A5489}" type="presParOf" srcId="{26B4B6E4-C668-4F82-A043-3EBFDB621740}" destId="{2CB15DBE-84EE-424D-B36F-81D21C035460}" srcOrd="2" destOrd="0" presId="urn:microsoft.com/office/officeart/2018/2/layout/IconLabelList"/>
    <dgm:cxn modelId="{055944B3-F39B-4243-AD16-6BF8E4DAF515}" type="presParOf" srcId="{2CB15DBE-84EE-424D-B36F-81D21C035460}" destId="{995DF49D-A59F-436B-BDEE-02AC3F684CBA}" srcOrd="0" destOrd="0" presId="urn:microsoft.com/office/officeart/2018/2/layout/IconLabelList"/>
    <dgm:cxn modelId="{D232E818-1600-4996-BA43-27E0556CAF20}" type="presParOf" srcId="{2CB15DBE-84EE-424D-B36F-81D21C035460}" destId="{32D20C27-79BD-4030-A13C-FE22652107DF}" srcOrd="1" destOrd="0" presId="urn:microsoft.com/office/officeart/2018/2/layout/IconLabelList"/>
    <dgm:cxn modelId="{2A3DCAFC-4FD2-4B1B-A948-3FD2CDC214CE}" type="presParOf" srcId="{2CB15DBE-84EE-424D-B36F-81D21C035460}" destId="{72A5C919-B649-4015-B883-113742A8B4F0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C32C1E1-C96D-4F80-9974-494DB146B6E1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5B9AB5FC-BA46-41D1-8695-2610846F5975}">
      <dgm:prSet/>
      <dgm:spPr/>
      <dgm:t>
        <a:bodyPr/>
        <a:lstStyle/>
        <a:p>
          <a:r>
            <a:rPr lang="en-US" dirty="0"/>
            <a:t>📊 Total sales and average order value</a:t>
          </a:r>
        </a:p>
      </dgm:t>
    </dgm:pt>
    <dgm:pt modelId="{F14E79F8-64F3-4AFA-A052-8F6BA2C04C1E}" type="parTrans" cxnId="{1C6AC079-5142-4ADC-9B2D-E38EAF368297}">
      <dgm:prSet/>
      <dgm:spPr/>
      <dgm:t>
        <a:bodyPr/>
        <a:lstStyle/>
        <a:p>
          <a:endParaRPr lang="en-US"/>
        </a:p>
      </dgm:t>
    </dgm:pt>
    <dgm:pt modelId="{48008A53-167B-4501-A228-84CAFBCB209A}" type="sibTrans" cxnId="{1C6AC079-5142-4ADC-9B2D-E38EAF368297}">
      <dgm:prSet phldrT="01"/>
      <dgm:spPr/>
      <dgm:t>
        <a:bodyPr/>
        <a:lstStyle/>
        <a:p>
          <a:r>
            <a:rPr lang="en-US"/>
            <a:t>01</a:t>
          </a:r>
        </a:p>
      </dgm:t>
    </dgm:pt>
    <dgm:pt modelId="{718BB48D-0DAE-46FE-8293-D923D9BFB8CF}">
      <dgm:prSet/>
      <dgm:spPr/>
      <dgm:t>
        <a:bodyPr/>
        <a:lstStyle/>
        <a:p>
          <a:r>
            <a:rPr lang="en-US"/>
            <a:t>📆 Sales trends over time (monthly or yearly)</a:t>
          </a:r>
        </a:p>
      </dgm:t>
    </dgm:pt>
    <dgm:pt modelId="{22389773-1232-4EA4-B5F8-5395155C619E}" type="parTrans" cxnId="{9A0D3A18-CE71-4BAD-8AF3-92582250B370}">
      <dgm:prSet/>
      <dgm:spPr/>
      <dgm:t>
        <a:bodyPr/>
        <a:lstStyle/>
        <a:p>
          <a:endParaRPr lang="en-US"/>
        </a:p>
      </dgm:t>
    </dgm:pt>
    <dgm:pt modelId="{8EC504E2-F5F2-49F1-BD8A-59CD3A8346C1}" type="sibTrans" cxnId="{9A0D3A18-CE71-4BAD-8AF3-92582250B370}">
      <dgm:prSet phldrT="02"/>
      <dgm:spPr/>
      <dgm:t>
        <a:bodyPr/>
        <a:lstStyle/>
        <a:p>
          <a:r>
            <a:rPr lang="en-US"/>
            <a:t>02</a:t>
          </a:r>
        </a:p>
      </dgm:t>
    </dgm:pt>
    <dgm:pt modelId="{1490AD79-8A3F-4FF5-A8AF-4E45E108161E}">
      <dgm:prSet/>
      <dgm:spPr/>
      <dgm:t>
        <a:bodyPr/>
        <a:lstStyle/>
        <a:p>
          <a:r>
            <a:rPr lang="en-US" dirty="0"/>
            <a:t>🗺️ Sales by </a:t>
          </a:r>
          <a:r>
            <a:rPr lang="en-US" b="1" dirty="0"/>
            <a:t>Region</a:t>
          </a:r>
          <a:r>
            <a:rPr lang="en-US" dirty="0"/>
            <a:t> and </a:t>
          </a:r>
          <a:r>
            <a:rPr lang="en-US" b="1" dirty="0"/>
            <a:t>State</a:t>
          </a:r>
          <a:endParaRPr lang="en-US" dirty="0"/>
        </a:p>
      </dgm:t>
    </dgm:pt>
    <dgm:pt modelId="{098717F5-3B2B-4CD4-BB58-737064FF2B70}" type="parTrans" cxnId="{5F096988-B146-47C3-8FBF-A8E577A36D2A}">
      <dgm:prSet/>
      <dgm:spPr/>
      <dgm:t>
        <a:bodyPr/>
        <a:lstStyle/>
        <a:p>
          <a:endParaRPr lang="en-US"/>
        </a:p>
      </dgm:t>
    </dgm:pt>
    <dgm:pt modelId="{20196695-A10E-4C16-A962-66C37F52B98A}" type="sibTrans" cxnId="{5F096988-B146-47C3-8FBF-A8E577A36D2A}">
      <dgm:prSet phldrT="03"/>
      <dgm:spPr/>
      <dgm:t>
        <a:bodyPr/>
        <a:lstStyle/>
        <a:p>
          <a:r>
            <a:rPr lang="en-US"/>
            <a:t>03</a:t>
          </a:r>
        </a:p>
      </dgm:t>
    </dgm:pt>
    <dgm:pt modelId="{A1C1EAE3-C7CC-43DE-B68C-287B66ADAB60}">
      <dgm:prSet/>
      <dgm:spPr/>
      <dgm:t>
        <a:bodyPr/>
        <a:lstStyle/>
        <a:p>
          <a:r>
            <a:rPr lang="en-US" dirty="0"/>
            <a:t>🛍️ Sales by </a:t>
          </a:r>
          <a:r>
            <a:rPr lang="en-US" b="1" dirty="0"/>
            <a:t>Category</a:t>
          </a:r>
          <a:r>
            <a:rPr lang="en-US" dirty="0"/>
            <a:t> and </a:t>
          </a:r>
          <a:r>
            <a:rPr lang="en-US" b="1" dirty="0"/>
            <a:t>Sub-Category</a:t>
          </a:r>
          <a:endParaRPr lang="en-US" dirty="0"/>
        </a:p>
      </dgm:t>
    </dgm:pt>
    <dgm:pt modelId="{C4BD6365-D13E-4E7B-97EF-95BFF98E0C99}" type="parTrans" cxnId="{8A48AA8E-F06A-4A9A-928E-83C2BDA59364}">
      <dgm:prSet/>
      <dgm:spPr/>
      <dgm:t>
        <a:bodyPr/>
        <a:lstStyle/>
        <a:p>
          <a:endParaRPr lang="en-US"/>
        </a:p>
      </dgm:t>
    </dgm:pt>
    <dgm:pt modelId="{E09472DF-78DC-4D60-8F83-C4E23419BA83}" type="sibTrans" cxnId="{8A48AA8E-F06A-4A9A-928E-83C2BDA59364}">
      <dgm:prSet phldrT="04"/>
      <dgm:spPr/>
      <dgm:t>
        <a:bodyPr/>
        <a:lstStyle/>
        <a:p>
          <a:r>
            <a:rPr lang="en-US"/>
            <a:t>04</a:t>
          </a:r>
        </a:p>
      </dgm:t>
    </dgm:pt>
    <dgm:pt modelId="{30912EC5-E9FD-41BC-8ECA-C69FC2D045D3}">
      <dgm:prSet/>
      <dgm:spPr/>
      <dgm:t>
        <a:bodyPr/>
        <a:lstStyle/>
        <a:p>
          <a:r>
            <a:rPr lang="en-US"/>
            <a:t>💰 Identify </a:t>
          </a:r>
          <a:r>
            <a:rPr lang="en-US" b="1"/>
            <a:t>seasonal patterns</a:t>
          </a:r>
          <a:r>
            <a:rPr lang="en-US"/>
            <a:t> or </a:t>
          </a:r>
          <a:r>
            <a:rPr lang="en-US" b="1"/>
            <a:t>growth trends</a:t>
          </a:r>
          <a:endParaRPr lang="en-US"/>
        </a:p>
      </dgm:t>
    </dgm:pt>
    <dgm:pt modelId="{1D346339-B46C-48F6-A74A-7C70CD87AD89}" type="parTrans" cxnId="{F777E648-89B7-4451-9827-0CE63830E4B3}">
      <dgm:prSet/>
      <dgm:spPr/>
      <dgm:t>
        <a:bodyPr/>
        <a:lstStyle/>
        <a:p>
          <a:endParaRPr lang="en-US"/>
        </a:p>
      </dgm:t>
    </dgm:pt>
    <dgm:pt modelId="{13A790E6-DAA6-44CE-BAE1-74206BA99A1E}" type="sibTrans" cxnId="{F777E648-89B7-4451-9827-0CE63830E4B3}">
      <dgm:prSet phldrT="05"/>
      <dgm:spPr/>
      <dgm:t>
        <a:bodyPr/>
        <a:lstStyle/>
        <a:p>
          <a:r>
            <a:rPr lang="en-US"/>
            <a:t>05</a:t>
          </a:r>
        </a:p>
      </dgm:t>
    </dgm:pt>
    <dgm:pt modelId="{52FD54CF-32AE-4FA7-9758-23DEEE40594F}" type="pres">
      <dgm:prSet presAssocID="{3C32C1E1-C96D-4F80-9974-494DB146B6E1}" presName="Name0" presStyleCnt="0">
        <dgm:presLayoutVars>
          <dgm:animLvl val="lvl"/>
          <dgm:resizeHandles val="exact"/>
        </dgm:presLayoutVars>
      </dgm:prSet>
      <dgm:spPr/>
    </dgm:pt>
    <dgm:pt modelId="{57ADE91D-0265-4BB3-A6B0-1DE807D4C51C}" type="pres">
      <dgm:prSet presAssocID="{5B9AB5FC-BA46-41D1-8695-2610846F5975}" presName="compositeNode" presStyleCnt="0">
        <dgm:presLayoutVars>
          <dgm:bulletEnabled val="1"/>
        </dgm:presLayoutVars>
      </dgm:prSet>
      <dgm:spPr/>
    </dgm:pt>
    <dgm:pt modelId="{DE148290-D9CA-4FBE-AEB3-D0FEEC0175CD}" type="pres">
      <dgm:prSet presAssocID="{5B9AB5FC-BA46-41D1-8695-2610846F5975}" presName="bgRect" presStyleLbl="alignNode1" presStyleIdx="0" presStyleCnt="5"/>
      <dgm:spPr/>
    </dgm:pt>
    <dgm:pt modelId="{5A8B4551-C06A-485F-ABFC-8E3C1C954C18}" type="pres">
      <dgm:prSet presAssocID="{48008A53-167B-4501-A228-84CAFBCB209A}" presName="sibTransNodeRect" presStyleLbl="alignNode1" presStyleIdx="0" presStyleCnt="5">
        <dgm:presLayoutVars>
          <dgm:chMax val="0"/>
          <dgm:bulletEnabled val="1"/>
        </dgm:presLayoutVars>
      </dgm:prSet>
      <dgm:spPr/>
    </dgm:pt>
    <dgm:pt modelId="{03897A46-B364-4C1F-9D3F-37EE925DDBC7}" type="pres">
      <dgm:prSet presAssocID="{5B9AB5FC-BA46-41D1-8695-2610846F5975}" presName="nodeRect" presStyleLbl="alignNode1" presStyleIdx="0" presStyleCnt="5">
        <dgm:presLayoutVars>
          <dgm:bulletEnabled val="1"/>
        </dgm:presLayoutVars>
      </dgm:prSet>
      <dgm:spPr/>
    </dgm:pt>
    <dgm:pt modelId="{1BE581A6-31E9-4AFA-9601-0A06C25EE325}" type="pres">
      <dgm:prSet presAssocID="{48008A53-167B-4501-A228-84CAFBCB209A}" presName="sibTrans" presStyleCnt="0"/>
      <dgm:spPr/>
    </dgm:pt>
    <dgm:pt modelId="{8156B6BE-5E5C-4B7F-AA28-BE6603F1D0B9}" type="pres">
      <dgm:prSet presAssocID="{718BB48D-0DAE-46FE-8293-D923D9BFB8CF}" presName="compositeNode" presStyleCnt="0">
        <dgm:presLayoutVars>
          <dgm:bulletEnabled val="1"/>
        </dgm:presLayoutVars>
      </dgm:prSet>
      <dgm:spPr/>
    </dgm:pt>
    <dgm:pt modelId="{13E13550-5DC1-4115-B111-702F824FF9A8}" type="pres">
      <dgm:prSet presAssocID="{718BB48D-0DAE-46FE-8293-D923D9BFB8CF}" presName="bgRect" presStyleLbl="alignNode1" presStyleIdx="1" presStyleCnt="5"/>
      <dgm:spPr/>
    </dgm:pt>
    <dgm:pt modelId="{907247F2-0052-43D7-9A8A-4850713CED41}" type="pres">
      <dgm:prSet presAssocID="{8EC504E2-F5F2-49F1-BD8A-59CD3A8346C1}" presName="sibTransNodeRect" presStyleLbl="alignNode1" presStyleIdx="1" presStyleCnt="5">
        <dgm:presLayoutVars>
          <dgm:chMax val="0"/>
          <dgm:bulletEnabled val="1"/>
        </dgm:presLayoutVars>
      </dgm:prSet>
      <dgm:spPr/>
    </dgm:pt>
    <dgm:pt modelId="{178AE022-1A45-4F18-8E3D-4D97A54A3B40}" type="pres">
      <dgm:prSet presAssocID="{718BB48D-0DAE-46FE-8293-D923D9BFB8CF}" presName="nodeRect" presStyleLbl="alignNode1" presStyleIdx="1" presStyleCnt="5">
        <dgm:presLayoutVars>
          <dgm:bulletEnabled val="1"/>
        </dgm:presLayoutVars>
      </dgm:prSet>
      <dgm:spPr/>
    </dgm:pt>
    <dgm:pt modelId="{C7E36399-15F2-416A-8746-EB88D555C82B}" type="pres">
      <dgm:prSet presAssocID="{8EC504E2-F5F2-49F1-BD8A-59CD3A8346C1}" presName="sibTrans" presStyleCnt="0"/>
      <dgm:spPr/>
    </dgm:pt>
    <dgm:pt modelId="{7806CAB1-B9A4-438E-B32D-930B51FA3BE6}" type="pres">
      <dgm:prSet presAssocID="{1490AD79-8A3F-4FF5-A8AF-4E45E108161E}" presName="compositeNode" presStyleCnt="0">
        <dgm:presLayoutVars>
          <dgm:bulletEnabled val="1"/>
        </dgm:presLayoutVars>
      </dgm:prSet>
      <dgm:spPr/>
    </dgm:pt>
    <dgm:pt modelId="{9AD8EF2B-E86D-410C-99E3-7F5E48A48503}" type="pres">
      <dgm:prSet presAssocID="{1490AD79-8A3F-4FF5-A8AF-4E45E108161E}" presName="bgRect" presStyleLbl="alignNode1" presStyleIdx="2" presStyleCnt="5"/>
      <dgm:spPr/>
    </dgm:pt>
    <dgm:pt modelId="{30EDF2F7-88CA-43D3-8330-D6738E772EBB}" type="pres">
      <dgm:prSet presAssocID="{20196695-A10E-4C16-A962-66C37F52B98A}" presName="sibTransNodeRect" presStyleLbl="alignNode1" presStyleIdx="2" presStyleCnt="5">
        <dgm:presLayoutVars>
          <dgm:chMax val="0"/>
          <dgm:bulletEnabled val="1"/>
        </dgm:presLayoutVars>
      </dgm:prSet>
      <dgm:spPr/>
    </dgm:pt>
    <dgm:pt modelId="{294C7686-2CC4-4779-A031-E86410F6476D}" type="pres">
      <dgm:prSet presAssocID="{1490AD79-8A3F-4FF5-A8AF-4E45E108161E}" presName="nodeRect" presStyleLbl="alignNode1" presStyleIdx="2" presStyleCnt="5">
        <dgm:presLayoutVars>
          <dgm:bulletEnabled val="1"/>
        </dgm:presLayoutVars>
      </dgm:prSet>
      <dgm:spPr/>
    </dgm:pt>
    <dgm:pt modelId="{4DF24FB1-99DD-4C75-B078-BAD8DCF76E29}" type="pres">
      <dgm:prSet presAssocID="{20196695-A10E-4C16-A962-66C37F52B98A}" presName="sibTrans" presStyleCnt="0"/>
      <dgm:spPr/>
    </dgm:pt>
    <dgm:pt modelId="{E9222912-9D13-44FF-A461-2088F4778CFF}" type="pres">
      <dgm:prSet presAssocID="{A1C1EAE3-C7CC-43DE-B68C-287B66ADAB60}" presName="compositeNode" presStyleCnt="0">
        <dgm:presLayoutVars>
          <dgm:bulletEnabled val="1"/>
        </dgm:presLayoutVars>
      </dgm:prSet>
      <dgm:spPr/>
    </dgm:pt>
    <dgm:pt modelId="{112CB558-D0D0-4918-A389-2D1317F505D5}" type="pres">
      <dgm:prSet presAssocID="{A1C1EAE3-C7CC-43DE-B68C-287B66ADAB60}" presName="bgRect" presStyleLbl="alignNode1" presStyleIdx="3" presStyleCnt="5"/>
      <dgm:spPr/>
    </dgm:pt>
    <dgm:pt modelId="{08AD6B9A-DE4F-4DBF-8BCF-E889FEE0193A}" type="pres">
      <dgm:prSet presAssocID="{E09472DF-78DC-4D60-8F83-C4E23419BA83}" presName="sibTransNodeRect" presStyleLbl="alignNode1" presStyleIdx="3" presStyleCnt="5">
        <dgm:presLayoutVars>
          <dgm:chMax val="0"/>
          <dgm:bulletEnabled val="1"/>
        </dgm:presLayoutVars>
      </dgm:prSet>
      <dgm:spPr/>
    </dgm:pt>
    <dgm:pt modelId="{59E256F4-9072-4202-9818-0C5EA7573F53}" type="pres">
      <dgm:prSet presAssocID="{A1C1EAE3-C7CC-43DE-B68C-287B66ADAB60}" presName="nodeRect" presStyleLbl="alignNode1" presStyleIdx="3" presStyleCnt="5">
        <dgm:presLayoutVars>
          <dgm:bulletEnabled val="1"/>
        </dgm:presLayoutVars>
      </dgm:prSet>
      <dgm:spPr/>
    </dgm:pt>
    <dgm:pt modelId="{157187EA-F1B9-46FC-91B1-9D0281C20C5E}" type="pres">
      <dgm:prSet presAssocID="{E09472DF-78DC-4D60-8F83-C4E23419BA83}" presName="sibTrans" presStyleCnt="0"/>
      <dgm:spPr/>
    </dgm:pt>
    <dgm:pt modelId="{4EF29035-37D3-4452-820B-97B4DC3B0A3A}" type="pres">
      <dgm:prSet presAssocID="{30912EC5-E9FD-41BC-8ECA-C69FC2D045D3}" presName="compositeNode" presStyleCnt="0">
        <dgm:presLayoutVars>
          <dgm:bulletEnabled val="1"/>
        </dgm:presLayoutVars>
      </dgm:prSet>
      <dgm:spPr/>
    </dgm:pt>
    <dgm:pt modelId="{5D377E17-4B1B-49FD-9086-62CAF5A69CB1}" type="pres">
      <dgm:prSet presAssocID="{30912EC5-E9FD-41BC-8ECA-C69FC2D045D3}" presName="bgRect" presStyleLbl="alignNode1" presStyleIdx="4" presStyleCnt="5"/>
      <dgm:spPr/>
    </dgm:pt>
    <dgm:pt modelId="{15494639-0573-4A83-9ABB-73165692BB1D}" type="pres">
      <dgm:prSet presAssocID="{13A790E6-DAA6-44CE-BAE1-74206BA99A1E}" presName="sibTransNodeRect" presStyleLbl="alignNode1" presStyleIdx="4" presStyleCnt="5">
        <dgm:presLayoutVars>
          <dgm:chMax val="0"/>
          <dgm:bulletEnabled val="1"/>
        </dgm:presLayoutVars>
      </dgm:prSet>
      <dgm:spPr/>
    </dgm:pt>
    <dgm:pt modelId="{830F8127-1336-4A35-A721-32BDA60C120F}" type="pres">
      <dgm:prSet presAssocID="{30912EC5-E9FD-41BC-8ECA-C69FC2D045D3}" presName="nodeRect" presStyleLbl="alignNode1" presStyleIdx="4" presStyleCnt="5">
        <dgm:presLayoutVars>
          <dgm:bulletEnabled val="1"/>
        </dgm:presLayoutVars>
      </dgm:prSet>
      <dgm:spPr/>
    </dgm:pt>
  </dgm:ptLst>
  <dgm:cxnLst>
    <dgm:cxn modelId="{9A0D3A18-CE71-4BAD-8AF3-92582250B370}" srcId="{3C32C1E1-C96D-4F80-9974-494DB146B6E1}" destId="{718BB48D-0DAE-46FE-8293-D923D9BFB8CF}" srcOrd="1" destOrd="0" parTransId="{22389773-1232-4EA4-B5F8-5395155C619E}" sibTransId="{8EC504E2-F5F2-49F1-BD8A-59CD3A8346C1}"/>
    <dgm:cxn modelId="{5A05691B-3A0C-4D71-B8A4-83E9C2673EAF}" type="presOf" srcId="{A1C1EAE3-C7CC-43DE-B68C-287B66ADAB60}" destId="{59E256F4-9072-4202-9818-0C5EA7573F53}" srcOrd="1" destOrd="0" presId="urn:microsoft.com/office/officeart/2016/7/layout/LinearBlockProcessNumbered"/>
    <dgm:cxn modelId="{9A779339-812B-4459-9ECD-7C306789EC1C}" type="presOf" srcId="{E09472DF-78DC-4D60-8F83-C4E23419BA83}" destId="{08AD6B9A-DE4F-4DBF-8BCF-E889FEE0193A}" srcOrd="0" destOrd="0" presId="urn:microsoft.com/office/officeart/2016/7/layout/LinearBlockProcessNumbered"/>
    <dgm:cxn modelId="{F777E648-89B7-4451-9827-0CE63830E4B3}" srcId="{3C32C1E1-C96D-4F80-9974-494DB146B6E1}" destId="{30912EC5-E9FD-41BC-8ECA-C69FC2D045D3}" srcOrd="4" destOrd="0" parTransId="{1D346339-B46C-48F6-A74A-7C70CD87AD89}" sibTransId="{13A790E6-DAA6-44CE-BAE1-74206BA99A1E}"/>
    <dgm:cxn modelId="{8908E449-92D3-45EE-9E8C-AC73BCC59A5D}" type="presOf" srcId="{48008A53-167B-4501-A228-84CAFBCB209A}" destId="{5A8B4551-C06A-485F-ABFC-8E3C1C954C18}" srcOrd="0" destOrd="0" presId="urn:microsoft.com/office/officeart/2016/7/layout/LinearBlockProcessNumbered"/>
    <dgm:cxn modelId="{16495351-1527-4051-95E2-B7806D2EFC60}" type="presOf" srcId="{1490AD79-8A3F-4FF5-A8AF-4E45E108161E}" destId="{9AD8EF2B-E86D-410C-99E3-7F5E48A48503}" srcOrd="0" destOrd="0" presId="urn:microsoft.com/office/officeart/2016/7/layout/LinearBlockProcessNumbered"/>
    <dgm:cxn modelId="{ACE16652-484E-4BA2-BF5E-9F01144155B1}" type="presOf" srcId="{30912EC5-E9FD-41BC-8ECA-C69FC2D045D3}" destId="{5D377E17-4B1B-49FD-9086-62CAF5A69CB1}" srcOrd="0" destOrd="0" presId="urn:microsoft.com/office/officeart/2016/7/layout/LinearBlockProcessNumbered"/>
    <dgm:cxn modelId="{7E500057-01DC-4A86-8285-0A93AD093E67}" type="presOf" srcId="{13A790E6-DAA6-44CE-BAE1-74206BA99A1E}" destId="{15494639-0573-4A83-9ABB-73165692BB1D}" srcOrd="0" destOrd="0" presId="urn:microsoft.com/office/officeart/2016/7/layout/LinearBlockProcessNumbered"/>
    <dgm:cxn modelId="{1C6AC079-5142-4ADC-9B2D-E38EAF368297}" srcId="{3C32C1E1-C96D-4F80-9974-494DB146B6E1}" destId="{5B9AB5FC-BA46-41D1-8695-2610846F5975}" srcOrd="0" destOrd="0" parTransId="{F14E79F8-64F3-4AFA-A052-8F6BA2C04C1E}" sibTransId="{48008A53-167B-4501-A228-84CAFBCB209A}"/>
    <dgm:cxn modelId="{FAD46983-27B9-4478-880F-AD9717365A3F}" type="presOf" srcId="{5B9AB5FC-BA46-41D1-8695-2610846F5975}" destId="{03897A46-B364-4C1F-9D3F-37EE925DDBC7}" srcOrd="1" destOrd="0" presId="urn:microsoft.com/office/officeart/2016/7/layout/LinearBlockProcessNumbered"/>
    <dgm:cxn modelId="{5F096988-B146-47C3-8FBF-A8E577A36D2A}" srcId="{3C32C1E1-C96D-4F80-9974-494DB146B6E1}" destId="{1490AD79-8A3F-4FF5-A8AF-4E45E108161E}" srcOrd="2" destOrd="0" parTransId="{098717F5-3B2B-4CD4-BB58-737064FF2B70}" sibTransId="{20196695-A10E-4C16-A962-66C37F52B98A}"/>
    <dgm:cxn modelId="{F48FB388-84DA-4D13-B37B-E95FCAA0372A}" type="presOf" srcId="{A1C1EAE3-C7CC-43DE-B68C-287B66ADAB60}" destId="{112CB558-D0D0-4918-A389-2D1317F505D5}" srcOrd="0" destOrd="0" presId="urn:microsoft.com/office/officeart/2016/7/layout/LinearBlockProcessNumbered"/>
    <dgm:cxn modelId="{8A48AA8E-F06A-4A9A-928E-83C2BDA59364}" srcId="{3C32C1E1-C96D-4F80-9974-494DB146B6E1}" destId="{A1C1EAE3-C7CC-43DE-B68C-287B66ADAB60}" srcOrd="3" destOrd="0" parTransId="{C4BD6365-D13E-4E7B-97EF-95BFF98E0C99}" sibTransId="{E09472DF-78DC-4D60-8F83-C4E23419BA83}"/>
    <dgm:cxn modelId="{9BA7C7A6-5A1A-4DC6-883D-6ACB0706FA88}" type="presOf" srcId="{3C32C1E1-C96D-4F80-9974-494DB146B6E1}" destId="{52FD54CF-32AE-4FA7-9758-23DEEE40594F}" srcOrd="0" destOrd="0" presId="urn:microsoft.com/office/officeart/2016/7/layout/LinearBlockProcessNumbered"/>
    <dgm:cxn modelId="{DD5F85C3-6FC1-45B5-8369-BAD598A6FF26}" type="presOf" srcId="{718BB48D-0DAE-46FE-8293-D923D9BFB8CF}" destId="{13E13550-5DC1-4115-B111-702F824FF9A8}" srcOrd="0" destOrd="0" presId="urn:microsoft.com/office/officeart/2016/7/layout/LinearBlockProcessNumbered"/>
    <dgm:cxn modelId="{40B310C4-5B1B-4C9D-A1D1-C86B806CD4E0}" type="presOf" srcId="{718BB48D-0DAE-46FE-8293-D923D9BFB8CF}" destId="{178AE022-1A45-4F18-8E3D-4D97A54A3B40}" srcOrd="1" destOrd="0" presId="urn:microsoft.com/office/officeart/2016/7/layout/LinearBlockProcessNumbered"/>
    <dgm:cxn modelId="{47FFD5CE-8C3E-4D7A-9955-4EFAD803FB62}" type="presOf" srcId="{8EC504E2-F5F2-49F1-BD8A-59CD3A8346C1}" destId="{907247F2-0052-43D7-9A8A-4850713CED41}" srcOrd="0" destOrd="0" presId="urn:microsoft.com/office/officeart/2016/7/layout/LinearBlockProcessNumbered"/>
    <dgm:cxn modelId="{3FD62ED7-10EF-457B-A61C-DE082FC2ABB1}" type="presOf" srcId="{1490AD79-8A3F-4FF5-A8AF-4E45E108161E}" destId="{294C7686-2CC4-4779-A031-E86410F6476D}" srcOrd="1" destOrd="0" presId="urn:microsoft.com/office/officeart/2016/7/layout/LinearBlockProcessNumbered"/>
    <dgm:cxn modelId="{F26FF2DC-D037-408D-A00C-45C7049C14BE}" type="presOf" srcId="{30912EC5-E9FD-41BC-8ECA-C69FC2D045D3}" destId="{830F8127-1336-4A35-A721-32BDA60C120F}" srcOrd="1" destOrd="0" presId="urn:microsoft.com/office/officeart/2016/7/layout/LinearBlockProcessNumbered"/>
    <dgm:cxn modelId="{EE3907EA-1A91-484B-A068-8A52145FB7F3}" type="presOf" srcId="{5B9AB5FC-BA46-41D1-8695-2610846F5975}" destId="{DE148290-D9CA-4FBE-AEB3-D0FEEC0175CD}" srcOrd="0" destOrd="0" presId="urn:microsoft.com/office/officeart/2016/7/layout/LinearBlockProcessNumbered"/>
    <dgm:cxn modelId="{53E5E1F8-D848-4EAC-856B-398540796772}" type="presOf" srcId="{20196695-A10E-4C16-A962-66C37F52B98A}" destId="{30EDF2F7-88CA-43D3-8330-D6738E772EBB}" srcOrd="0" destOrd="0" presId="urn:microsoft.com/office/officeart/2016/7/layout/LinearBlockProcessNumbered"/>
    <dgm:cxn modelId="{E69B6282-DC52-4706-8E49-712DC7B360FD}" type="presParOf" srcId="{52FD54CF-32AE-4FA7-9758-23DEEE40594F}" destId="{57ADE91D-0265-4BB3-A6B0-1DE807D4C51C}" srcOrd="0" destOrd="0" presId="urn:microsoft.com/office/officeart/2016/7/layout/LinearBlockProcessNumbered"/>
    <dgm:cxn modelId="{FFD55649-484E-4B68-8693-1B66FA9AA2B9}" type="presParOf" srcId="{57ADE91D-0265-4BB3-A6B0-1DE807D4C51C}" destId="{DE148290-D9CA-4FBE-AEB3-D0FEEC0175CD}" srcOrd="0" destOrd="0" presId="urn:microsoft.com/office/officeart/2016/7/layout/LinearBlockProcessNumbered"/>
    <dgm:cxn modelId="{719310C8-ADD2-4682-A09B-102D40CEBC01}" type="presParOf" srcId="{57ADE91D-0265-4BB3-A6B0-1DE807D4C51C}" destId="{5A8B4551-C06A-485F-ABFC-8E3C1C954C18}" srcOrd="1" destOrd="0" presId="urn:microsoft.com/office/officeart/2016/7/layout/LinearBlockProcessNumbered"/>
    <dgm:cxn modelId="{04351B18-C208-485F-8B3C-6B4235C49DB8}" type="presParOf" srcId="{57ADE91D-0265-4BB3-A6B0-1DE807D4C51C}" destId="{03897A46-B364-4C1F-9D3F-37EE925DDBC7}" srcOrd="2" destOrd="0" presId="urn:microsoft.com/office/officeart/2016/7/layout/LinearBlockProcessNumbered"/>
    <dgm:cxn modelId="{8201DF33-5EDC-4FE8-A049-0C90ACD8397F}" type="presParOf" srcId="{52FD54CF-32AE-4FA7-9758-23DEEE40594F}" destId="{1BE581A6-31E9-4AFA-9601-0A06C25EE325}" srcOrd="1" destOrd="0" presId="urn:microsoft.com/office/officeart/2016/7/layout/LinearBlockProcessNumbered"/>
    <dgm:cxn modelId="{276A9813-A844-4A73-BCEA-0E6B317697CD}" type="presParOf" srcId="{52FD54CF-32AE-4FA7-9758-23DEEE40594F}" destId="{8156B6BE-5E5C-4B7F-AA28-BE6603F1D0B9}" srcOrd="2" destOrd="0" presId="urn:microsoft.com/office/officeart/2016/7/layout/LinearBlockProcessNumbered"/>
    <dgm:cxn modelId="{280D7D52-65D9-4339-8B2B-741FD5336664}" type="presParOf" srcId="{8156B6BE-5E5C-4B7F-AA28-BE6603F1D0B9}" destId="{13E13550-5DC1-4115-B111-702F824FF9A8}" srcOrd="0" destOrd="0" presId="urn:microsoft.com/office/officeart/2016/7/layout/LinearBlockProcessNumbered"/>
    <dgm:cxn modelId="{D867E5BC-BB7A-4FA4-BFEF-3511216DB701}" type="presParOf" srcId="{8156B6BE-5E5C-4B7F-AA28-BE6603F1D0B9}" destId="{907247F2-0052-43D7-9A8A-4850713CED41}" srcOrd="1" destOrd="0" presId="urn:microsoft.com/office/officeart/2016/7/layout/LinearBlockProcessNumbered"/>
    <dgm:cxn modelId="{B8C07082-0DE7-45F9-8279-56585EF1E11A}" type="presParOf" srcId="{8156B6BE-5E5C-4B7F-AA28-BE6603F1D0B9}" destId="{178AE022-1A45-4F18-8E3D-4D97A54A3B40}" srcOrd="2" destOrd="0" presId="urn:microsoft.com/office/officeart/2016/7/layout/LinearBlockProcessNumbered"/>
    <dgm:cxn modelId="{BD7B967A-3A52-4CCC-B852-F39BEBB882C5}" type="presParOf" srcId="{52FD54CF-32AE-4FA7-9758-23DEEE40594F}" destId="{C7E36399-15F2-416A-8746-EB88D555C82B}" srcOrd="3" destOrd="0" presId="urn:microsoft.com/office/officeart/2016/7/layout/LinearBlockProcessNumbered"/>
    <dgm:cxn modelId="{37FBDEE2-C5F0-4353-8144-C4D56B83ED10}" type="presParOf" srcId="{52FD54CF-32AE-4FA7-9758-23DEEE40594F}" destId="{7806CAB1-B9A4-438E-B32D-930B51FA3BE6}" srcOrd="4" destOrd="0" presId="urn:microsoft.com/office/officeart/2016/7/layout/LinearBlockProcessNumbered"/>
    <dgm:cxn modelId="{174DE1EF-F363-4090-B5C3-2631A138702E}" type="presParOf" srcId="{7806CAB1-B9A4-438E-B32D-930B51FA3BE6}" destId="{9AD8EF2B-E86D-410C-99E3-7F5E48A48503}" srcOrd="0" destOrd="0" presId="urn:microsoft.com/office/officeart/2016/7/layout/LinearBlockProcessNumbered"/>
    <dgm:cxn modelId="{E9B1F54D-49D2-46DA-B711-8167C5CB0DA2}" type="presParOf" srcId="{7806CAB1-B9A4-438E-B32D-930B51FA3BE6}" destId="{30EDF2F7-88CA-43D3-8330-D6738E772EBB}" srcOrd="1" destOrd="0" presId="urn:microsoft.com/office/officeart/2016/7/layout/LinearBlockProcessNumbered"/>
    <dgm:cxn modelId="{EE5AE46E-3C59-4529-944E-FF37248E0070}" type="presParOf" srcId="{7806CAB1-B9A4-438E-B32D-930B51FA3BE6}" destId="{294C7686-2CC4-4779-A031-E86410F6476D}" srcOrd="2" destOrd="0" presId="urn:microsoft.com/office/officeart/2016/7/layout/LinearBlockProcessNumbered"/>
    <dgm:cxn modelId="{6C15BB25-C8A7-4F97-98AA-B073E892594A}" type="presParOf" srcId="{52FD54CF-32AE-4FA7-9758-23DEEE40594F}" destId="{4DF24FB1-99DD-4C75-B078-BAD8DCF76E29}" srcOrd="5" destOrd="0" presId="urn:microsoft.com/office/officeart/2016/7/layout/LinearBlockProcessNumbered"/>
    <dgm:cxn modelId="{653CD5E2-7BF6-45B4-BDA5-BC4CD557D17A}" type="presParOf" srcId="{52FD54CF-32AE-4FA7-9758-23DEEE40594F}" destId="{E9222912-9D13-44FF-A461-2088F4778CFF}" srcOrd="6" destOrd="0" presId="urn:microsoft.com/office/officeart/2016/7/layout/LinearBlockProcessNumbered"/>
    <dgm:cxn modelId="{4A2AF1D9-E70A-46DC-851E-B9B7FA1323D1}" type="presParOf" srcId="{E9222912-9D13-44FF-A461-2088F4778CFF}" destId="{112CB558-D0D0-4918-A389-2D1317F505D5}" srcOrd="0" destOrd="0" presId="urn:microsoft.com/office/officeart/2016/7/layout/LinearBlockProcessNumbered"/>
    <dgm:cxn modelId="{98AE0537-D55B-4308-83B3-EDE126C6F902}" type="presParOf" srcId="{E9222912-9D13-44FF-A461-2088F4778CFF}" destId="{08AD6B9A-DE4F-4DBF-8BCF-E889FEE0193A}" srcOrd="1" destOrd="0" presId="urn:microsoft.com/office/officeart/2016/7/layout/LinearBlockProcessNumbered"/>
    <dgm:cxn modelId="{8A0E9A95-6D32-4E8C-98C2-72659D8F0F8E}" type="presParOf" srcId="{E9222912-9D13-44FF-A461-2088F4778CFF}" destId="{59E256F4-9072-4202-9818-0C5EA7573F53}" srcOrd="2" destOrd="0" presId="urn:microsoft.com/office/officeart/2016/7/layout/LinearBlockProcessNumbered"/>
    <dgm:cxn modelId="{0257C93A-B64A-4291-82EE-FB9CFC6C6AFC}" type="presParOf" srcId="{52FD54CF-32AE-4FA7-9758-23DEEE40594F}" destId="{157187EA-F1B9-46FC-91B1-9D0281C20C5E}" srcOrd="7" destOrd="0" presId="urn:microsoft.com/office/officeart/2016/7/layout/LinearBlockProcessNumbered"/>
    <dgm:cxn modelId="{C857CD4B-12CD-4C8D-8DA6-D1BCDF4E26F2}" type="presParOf" srcId="{52FD54CF-32AE-4FA7-9758-23DEEE40594F}" destId="{4EF29035-37D3-4452-820B-97B4DC3B0A3A}" srcOrd="8" destOrd="0" presId="urn:microsoft.com/office/officeart/2016/7/layout/LinearBlockProcessNumbered"/>
    <dgm:cxn modelId="{63D59218-F5E1-4FB1-BAFD-C0DA2E1071CE}" type="presParOf" srcId="{4EF29035-37D3-4452-820B-97B4DC3B0A3A}" destId="{5D377E17-4B1B-49FD-9086-62CAF5A69CB1}" srcOrd="0" destOrd="0" presId="urn:microsoft.com/office/officeart/2016/7/layout/LinearBlockProcessNumbered"/>
    <dgm:cxn modelId="{847358D1-0C0A-4BD7-9D25-650B65FFA137}" type="presParOf" srcId="{4EF29035-37D3-4452-820B-97B4DC3B0A3A}" destId="{15494639-0573-4A83-9ABB-73165692BB1D}" srcOrd="1" destOrd="0" presId="urn:microsoft.com/office/officeart/2016/7/layout/LinearBlockProcessNumbered"/>
    <dgm:cxn modelId="{BA57F87E-18FF-47EC-B64C-DB444FD9688F}" type="presParOf" srcId="{4EF29035-37D3-4452-820B-97B4DC3B0A3A}" destId="{830F8127-1336-4A35-A721-32BDA60C120F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91293B3-7978-44AE-9101-25B26B844DCC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FE8FEEB-19FA-4393-8B46-A75DEFF2BFEC}">
      <dgm:prSet custT="1"/>
      <dgm:spPr/>
      <dgm:t>
        <a:bodyPr/>
        <a:lstStyle/>
        <a:p>
          <a:r>
            <a:rPr lang="en-US" sz="2300" kern="1200" dirty="0"/>
            <a:t>👥 </a:t>
          </a:r>
          <a:r>
            <a:rPr lang="en-US" sz="3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Customer segmentation (Consumer, Corporate)</a:t>
          </a:r>
        </a:p>
      </dgm:t>
    </dgm:pt>
    <dgm:pt modelId="{67E0792B-6885-4184-8B14-68C8537C4D34}" type="parTrans" cxnId="{F228D2BA-6A37-4EFF-B312-3C7ADC5E24CC}">
      <dgm:prSet/>
      <dgm:spPr/>
      <dgm:t>
        <a:bodyPr/>
        <a:lstStyle/>
        <a:p>
          <a:endParaRPr lang="en-US"/>
        </a:p>
      </dgm:t>
    </dgm:pt>
    <dgm:pt modelId="{B42B463C-DF7D-4C6A-A644-C5D89789BCFF}" type="sibTrans" cxnId="{F228D2BA-6A37-4EFF-B312-3C7ADC5E24CC}">
      <dgm:prSet/>
      <dgm:spPr/>
      <dgm:t>
        <a:bodyPr/>
        <a:lstStyle/>
        <a:p>
          <a:endParaRPr lang="en-US"/>
        </a:p>
      </dgm:t>
    </dgm:pt>
    <dgm:pt modelId="{A096CF94-EE1C-4E71-BDE0-E5E983F273B3}">
      <dgm:prSet custT="1"/>
      <dgm:spPr/>
      <dgm:t>
        <a:bodyPr/>
        <a:lstStyle/>
        <a:p>
          <a:r>
            <a:rPr lang="en-US" sz="2300" dirty="0"/>
            <a:t>🚻 </a:t>
          </a:r>
          <a:r>
            <a:rPr lang="en-US" sz="3600" dirty="0"/>
            <a:t>Sales by gender</a:t>
          </a:r>
        </a:p>
      </dgm:t>
    </dgm:pt>
    <dgm:pt modelId="{13D2AD25-8FF0-4145-83F4-587BF795D872}" type="parTrans" cxnId="{8E216D58-6FAF-4145-A423-4390BC1C10A9}">
      <dgm:prSet/>
      <dgm:spPr/>
      <dgm:t>
        <a:bodyPr/>
        <a:lstStyle/>
        <a:p>
          <a:endParaRPr lang="en-US"/>
        </a:p>
      </dgm:t>
    </dgm:pt>
    <dgm:pt modelId="{8FE9F37B-3766-4C11-9046-EB701023976C}" type="sibTrans" cxnId="{8E216D58-6FAF-4145-A423-4390BC1C10A9}">
      <dgm:prSet/>
      <dgm:spPr/>
      <dgm:t>
        <a:bodyPr/>
        <a:lstStyle/>
        <a:p>
          <a:endParaRPr lang="en-US"/>
        </a:p>
      </dgm:t>
    </dgm:pt>
    <dgm:pt modelId="{63C17C8B-6B86-4B79-B777-F636B0EEBEFD}">
      <dgm:prSet custT="1"/>
      <dgm:spPr/>
      <dgm:t>
        <a:bodyPr/>
        <a:lstStyle/>
        <a:p>
          <a:r>
            <a:rPr lang="en-US" sz="2300" dirty="0"/>
            <a:t>💎 </a:t>
          </a:r>
          <a:r>
            <a:rPr lang="en-US" sz="3600" dirty="0"/>
            <a:t>Top customers by revenue and order frequency</a:t>
          </a:r>
        </a:p>
      </dgm:t>
    </dgm:pt>
    <dgm:pt modelId="{ED4E5D82-114A-4297-A948-50ACC36233CC}" type="parTrans" cxnId="{6E5FCCF4-9AD7-4681-B0EF-B8390E001F41}">
      <dgm:prSet/>
      <dgm:spPr/>
      <dgm:t>
        <a:bodyPr/>
        <a:lstStyle/>
        <a:p>
          <a:endParaRPr lang="en-US"/>
        </a:p>
      </dgm:t>
    </dgm:pt>
    <dgm:pt modelId="{13D47D36-FEC5-40C9-A7AB-EAEBDEEC76F7}" type="sibTrans" cxnId="{6E5FCCF4-9AD7-4681-B0EF-B8390E001F41}">
      <dgm:prSet/>
      <dgm:spPr/>
      <dgm:t>
        <a:bodyPr/>
        <a:lstStyle/>
        <a:p>
          <a:endParaRPr lang="en-US"/>
        </a:p>
      </dgm:t>
    </dgm:pt>
    <dgm:pt modelId="{19A0BB8B-EB22-4A6C-A803-42325663652E}">
      <dgm:prSet custT="1"/>
      <dgm:spPr/>
      <dgm:t>
        <a:bodyPr/>
        <a:lstStyle/>
        <a:p>
          <a:r>
            <a:rPr lang="en-US" sz="2300" dirty="0"/>
            <a:t>🧭 </a:t>
          </a:r>
          <a:r>
            <a:rPr lang="en-US" sz="3600" dirty="0"/>
            <a:t>Customer distribution by region</a:t>
          </a:r>
        </a:p>
      </dgm:t>
    </dgm:pt>
    <dgm:pt modelId="{9C799BEF-23B4-4E83-A715-22E0071BB201}" type="parTrans" cxnId="{27A445AD-767A-4C08-8B17-A3409B7E6C3B}">
      <dgm:prSet/>
      <dgm:spPr/>
      <dgm:t>
        <a:bodyPr/>
        <a:lstStyle/>
        <a:p>
          <a:endParaRPr lang="en-US"/>
        </a:p>
      </dgm:t>
    </dgm:pt>
    <dgm:pt modelId="{8092FE24-8283-4676-9830-C96A19CBCC3F}" type="sibTrans" cxnId="{27A445AD-767A-4C08-8B17-A3409B7E6C3B}">
      <dgm:prSet/>
      <dgm:spPr/>
      <dgm:t>
        <a:bodyPr/>
        <a:lstStyle/>
        <a:p>
          <a:endParaRPr lang="en-US"/>
        </a:p>
      </dgm:t>
    </dgm:pt>
    <dgm:pt modelId="{3324CE3B-9978-465A-A1E0-433D8C443AD9}">
      <dgm:prSet/>
      <dgm:spPr/>
      <dgm:t>
        <a:bodyPr/>
        <a:lstStyle/>
        <a:p>
          <a:endParaRPr lang="en-US" dirty="0"/>
        </a:p>
      </dgm:t>
    </dgm:pt>
    <dgm:pt modelId="{D3E78196-FBED-4F6E-A63A-59C4F79EC3EF}" type="parTrans" cxnId="{CD9422CB-BD2A-47B2-9781-99FA06AF3FCB}">
      <dgm:prSet/>
      <dgm:spPr/>
      <dgm:t>
        <a:bodyPr/>
        <a:lstStyle/>
        <a:p>
          <a:endParaRPr lang="en-US"/>
        </a:p>
      </dgm:t>
    </dgm:pt>
    <dgm:pt modelId="{F1F88DEC-0EEB-4F92-8F39-E0AE8D5B363F}" type="sibTrans" cxnId="{CD9422CB-BD2A-47B2-9781-99FA06AF3FCB}">
      <dgm:prSet/>
      <dgm:spPr/>
      <dgm:t>
        <a:bodyPr/>
        <a:lstStyle/>
        <a:p>
          <a:endParaRPr lang="en-US"/>
        </a:p>
      </dgm:t>
    </dgm:pt>
    <dgm:pt modelId="{C5000F22-F003-4910-A612-EBCBC65642D5}">
      <dgm:prSet/>
      <dgm:spPr/>
      <dgm:t>
        <a:bodyPr/>
        <a:lstStyle/>
        <a:p>
          <a:endParaRPr lang="en-US" dirty="0"/>
        </a:p>
      </dgm:t>
    </dgm:pt>
    <dgm:pt modelId="{E7BCE9E3-CA92-4179-A700-0C4D8C47D235}" type="parTrans" cxnId="{0CE26BCB-D88F-43EC-BBAB-15FE7CE3B431}">
      <dgm:prSet/>
      <dgm:spPr/>
      <dgm:t>
        <a:bodyPr/>
        <a:lstStyle/>
        <a:p>
          <a:endParaRPr lang="en-US"/>
        </a:p>
      </dgm:t>
    </dgm:pt>
    <dgm:pt modelId="{A48B4A12-1A5D-417A-82D6-0008F6F3D2AD}" type="sibTrans" cxnId="{0CE26BCB-D88F-43EC-BBAB-15FE7CE3B431}">
      <dgm:prSet/>
      <dgm:spPr/>
      <dgm:t>
        <a:bodyPr/>
        <a:lstStyle/>
        <a:p>
          <a:endParaRPr lang="en-US"/>
        </a:p>
      </dgm:t>
    </dgm:pt>
    <dgm:pt modelId="{4626B6C3-57AD-4C22-B778-BF8339608824}">
      <dgm:prSet/>
      <dgm:spPr/>
      <dgm:t>
        <a:bodyPr/>
        <a:lstStyle/>
        <a:p>
          <a:endParaRPr lang="en-US" dirty="0"/>
        </a:p>
      </dgm:t>
    </dgm:pt>
    <dgm:pt modelId="{D5CB73D4-33E9-40DC-BF6A-5959FE3A165A}" type="parTrans" cxnId="{E88077ED-5F0B-489A-B7EB-BF9A0E8C6772}">
      <dgm:prSet/>
      <dgm:spPr/>
      <dgm:t>
        <a:bodyPr/>
        <a:lstStyle/>
        <a:p>
          <a:endParaRPr lang="en-US"/>
        </a:p>
      </dgm:t>
    </dgm:pt>
    <dgm:pt modelId="{05EB05B8-0DCB-450C-91AB-34AFAC1725CD}" type="sibTrans" cxnId="{E88077ED-5F0B-489A-B7EB-BF9A0E8C6772}">
      <dgm:prSet/>
      <dgm:spPr/>
      <dgm:t>
        <a:bodyPr/>
        <a:lstStyle/>
        <a:p>
          <a:endParaRPr lang="en-US"/>
        </a:p>
      </dgm:t>
    </dgm:pt>
    <dgm:pt modelId="{460CA56C-673F-422B-81B3-8C683025E679}">
      <dgm:prSet/>
      <dgm:spPr/>
      <dgm:t>
        <a:bodyPr/>
        <a:lstStyle/>
        <a:p>
          <a:endParaRPr lang="en-US" dirty="0"/>
        </a:p>
      </dgm:t>
    </dgm:pt>
    <dgm:pt modelId="{85BAD347-3890-4BA6-AFD1-F3078436A677}" type="parTrans" cxnId="{8BB0D180-8327-465F-95CB-EB57DFBA031F}">
      <dgm:prSet/>
      <dgm:spPr/>
      <dgm:t>
        <a:bodyPr/>
        <a:lstStyle/>
        <a:p>
          <a:endParaRPr lang="en-US"/>
        </a:p>
      </dgm:t>
    </dgm:pt>
    <dgm:pt modelId="{62B443FB-2F1C-4DBF-94C3-531B7408795D}" type="sibTrans" cxnId="{8BB0D180-8327-465F-95CB-EB57DFBA031F}">
      <dgm:prSet/>
      <dgm:spPr/>
      <dgm:t>
        <a:bodyPr/>
        <a:lstStyle/>
        <a:p>
          <a:endParaRPr lang="en-US"/>
        </a:p>
      </dgm:t>
    </dgm:pt>
    <dgm:pt modelId="{3039413C-93C9-40A0-B217-0C06AD9D6433}" type="pres">
      <dgm:prSet presAssocID="{291293B3-7978-44AE-9101-25B26B844DCC}" presName="vert0" presStyleCnt="0">
        <dgm:presLayoutVars>
          <dgm:dir/>
          <dgm:animOne val="branch"/>
          <dgm:animLvl val="lvl"/>
        </dgm:presLayoutVars>
      </dgm:prSet>
      <dgm:spPr/>
    </dgm:pt>
    <dgm:pt modelId="{372F3AA2-5AE0-4F7E-9566-FB7CC46140DD}" type="pres">
      <dgm:prSet presAssocID="{3FE8FEEB-19FA-4393-8B46-A75DEFF2BFEC}" presName="thickLine" presStyleLbl="alignNode1" presStyleIdx="0" presStyleCnt="8"/>
      <dgm:spPr/>
    </dgm:pt>
    <dgm:pt modelId="{CA016A32-86A5-4285-8FE7-C09DF8E7B04A}" type="pres">
      <dgm:prSet presAssocID="{3FE8FEEB-19FA-4393-8B46-A75DEFF2BFEC}" presName="horz1" presStyleCnt="0"/>
      <dgm:spPr/>
    </dgm:pt>
    <dgm:pt modelId="{7A89474F-1CB6-48D4-8303-0C373FE6242F}" type="pres">
      <dgm:prSet presAssocID="{3FE8FEEB-19FA-4393-8B46-A75DEFF2BFEC}" presName="tx1" presStyleLbl="revTx" presStyleIdx="0" presStyleCnt="8"/>
      <dgm:spPr/>
    </dgm:pt>
    <dgm:pt modelId="{5483ECD0-8AB1-4A89-B76A-7FA89B08AC7E}" type="pres">
      <dgm:prSet presAssocID="{3FE8FEEB-19FA-4393-8B46-A75DEFF2BFEC}" presName="vert1" presStyleCnt="0"/>
      <dgm:spPr/>
    </dgm:pt>
    <dgm:pt modelId="{1D006B74-3E9F-4953-8128-024CD0F1DF13}" type="pres">
      <dgm:prSet presAssocID="{A096CF94-EE1C-4E71-BDE0-E5E983F273B3}" presName="thickLine" presStyleLbl="alignNode1" presStyleIdx="1" presStyleCnt="8"/>
      <dgm:spPr/>
    </dgm:pt>
    <dgm:pt modelId="{F8E8722A-263F-4805-B54D-17F6BBAE11D9}" type="pres">
      <dgm:prSet presAssocID="{A096CF94-EE1C-4E71-BDE0-E5E983F273B3}" presName="horz1" presStyleCnt="0"/>
      <dgm:spPr/>
    </dgm:pt>
    <dgm:pt modelId="{40618805-3DF4-461F-857D-D7D343F68358}" type="pres">
      <dgm:prSet presAssocID="{A096CF94-EE1C-4E71-BDE0-E5E983F273B3}" presName="tx1" presStyleLbl="revTx" presStyleIdx="1" presStyleCnt="8"/>
      <dgm:spPr/>
    </dgm:pt>
    <dgm:pt modelId="{AB68E7E6-5A5E-40D4-AE9D-DB1876CD1590}" type="pres">
      <dgm:prSet presAssocID="{A096CF94-EE1C-4E71-BDE0-E5E983F273B3}" presName="vert1" presStyleCnt="0"/>
      <dgm:spPr/>
    </dgm:pt>
    <dgm:pt modelId="{BE4EC82F-F9B1-4C67-B977-1791F2A69821}" type="pres">
      <dgm:prSet presAssocID="{63C17C8B-6B86-4B79-B777-F636B0EEBEFD}" presName="thickLine" presStyleLbl="alignNode1" presStyleIdx="2" presStyleCnt="8"/>
      <dgm:spPr/>
    </dgm:pt>
    <dgm:pt modelId="{9FD1E669-DA70-4BB2-A910-900DF0045EAC}" type="pres">
      <dgm:prSet presAssocID="{63C17C8B-6B86-4B79-B777-F636B0EEBEFD}" presName="horz1" presStyleCnt="0"/>
      <dgm:spPr/>
    </dgm:pt>
    <dgm:pt modelId="{9A3A3BAE-93C9-44AB-B36E-F7542FAD030C}" type="pres">
      <dgm:prSet presAssocID="{63C17C8B-6B86-4B79-B777-F636B0EEBEFD}" presName="tx1" presStyleLbl="revTx" presStyleIdx="2" presStyleCnt="8"/>
      <dgm:spPr/>
    </dgm:pt>
    <dgm:pt modelId="{758B3376-FEE7-4A36-A848-C230CFED2D35}" type="pres">
      <dgm:prSet presAssocID="{63C17C8B-6B86-4B79-B777-F636B0EEBEFD}" presName="vert1" presStyleCnt="0"/>
      <dgm:spPr/>
    </dgm:pt>
    <dgm:pt modelId="{438A9CFC-8E50-413D-8AA1-70D2AC84EA55}" type="pres">
      <dgm:prSet presAssocID="{19A0BB8B-EB22-4A6C-A803-42325663652E}" presName="thickLine" presStyleLbl="alignNode1" presStyleIdx="3" presStyleCnt="8"/>
      <dgm:spPr/>
    </dgm:pt>
    <dgm:pt modelId="{24038D4F-C1D0-4E53-9D4C-004AC305C995}" type="pres">
      <dgm:prSet presAssocID="{19A0BB8B-EB22-4A6C-A803-42325663652E}" presName="horz1" presStyleCnt="0"/>
      <dgm:spPr/>
    </dgm:pt>
    <dgm:pt modelId="{29FF98B0-CA8F-49DA-8A89-AE6AA8E07C5A}" type="pres">
      <dgm:prSet presAssocID="{19A0BB8B-EB22-4A6C-A803-42325663652E}" presName="tx1" presStyleLbl="revTx" presStyleIdx="3" presStyleCnt="8"/>
      <dgm:spPr/>
    </dgm:pt>
    <dgm:pt modelId="{92E3ED06-9A05-44E6-9575-C65AC44373EE}" type="pres">
      <dgm:prSet presAssocID="{19A0BB8B-EB22-4A6C-A803-42325663652E}" presName="vert1" presStyleCnt="0"/>
      <dgm:spPr/>
    </dgm:pt>
    <dgm:pt modelId="{12F2D4E5-9ECB-4FCB-A87D-6D9E9FB87F6C}" type="pres">
      <dgm:prSet presAssocID="{3324CE3B-9978-465A-A1E0-433D8C443AD9}" presName="thickLine" presStyleLbl="alignNode1" presStyleIdx="4" presStyleCnt="8"/>
      <dgm:spPr/>
    </dgm:pt>
    <dgm:pt modelId="{F48D2813-8C86-4ADA-AF65-E68139CB2CD7}" type="pres">
      <dgm:prSet presAssocID="{3324CE3B-9978-465A-A1E0-433D8C443AD9}" presName="horz1" presStyleCnt="0"/>
      <dgm:spPr/>
    </dgm:pt>
    <dgm:pt modelId="{6125EB97-7C99-4F50-AB3F-68F22538CDB6}" type="pres">
      <dgm:prSet presAssocID="{3324CE3B-9978-465A-A1E0-433D8C443AD9}" presName="tx1" presStyleLbl="revTx" presStyleIdx="4" presStyleCnt="8"/>
      <dgm:spPr/>
    </dgm:pt>
    <dgm:pt modelId="{478C1939-70F8-4A7B-904C-3CF1C4524259}" type="pres">
      <dgm:prSet presAssocID="{3324CE3B-9978-465A-A1E0-433D8C443AD9}" presName="vert1" presStyleCnt="0"/>
      <dgm:spPr/>
    </dgm:pt>
    <dgm:pt modelId="{920BBBB4-DEF6-4E57-871B-DCD07F7801C1}" type="pres">
      <dgm:prSet presAssocID="{C5000F22-F003-4910-A612-EBCBC65642D5}" presName="thickLine" presStyleLbl="alignNode1" presStyleIdx="5" presStyleCnt="8"/>
      <dgm:spPr/>
    </dgm:pt>
    <dgm:pt modelId="{CAF270F1-3CDF-4980-8E4E-D3D080C9D012}" type="pres">
      <dgm:prSet presAssocID="{C5000F22-F003-4910-A612-EBCBC65642D5}" presName="horz1" presStyleCnt="0"/>
      <dgm:spPr/>
    </dgm:pt>
    <dgm:pt modelId="{7ECC69C7-2E78-46ED-BE03-45645AC570D9}" type="pres">
      <dgm:prSet presAssocID="{C5000F22-F003-4910-A612-EBCBC65642D5}" presName="tx1" presStyleLbl="revTx" presStyleIdx="5" presStyleCnt="8"/>
      <dgm:spPr/>
    </dgm:pt>
    <dgm:pt modelId="{E1C35D0F-092B-4C4A-9B7F-3A329EF8DC0F}" type="pres">
      <dgm:prSet presAssocID="{C5000F22-F003-4910-A612-EBCBC65642D5}" presName="vert1" presStyleCnt="0"/>
      <dgm:spPr/>
    </dgm:pt>
    <dgm:pt modelId="{D3FF5EFC-6177-446A-93AA-6DFE6B43D541}" type="pres">
      <dgm:prSet presAssocID="{4626B6C3-57AD-4C22-B778-BF8339608824}" presName="thickLine" presStyleLbl="alignNode1" presStyleIdx="6" presStyleCnt="8"/>
      <dgm:spPr/>
    </dgm:pt>
    <dgm:pt modelId="{D50CBEBA-6BF5-4E0B-A4D9-584C5D1AEF0D}" type="pres">
      <dgm:prSet presAssocID="{4626B6C3-57AD-4C22-B778-BF8339608824}" presName="horz1" presStyleCnt="0"/>
      <dgm:spPr/>
    </dgm:pt>
    <dgm:pt modelId="{CF50D3DE-BB33-42A3-86C3-9697163B32AE}" type="pres">
      <dgm:prSet presAssocID="{4626B6C3-57AD-4C22-B778-BF8339608824}" presName="tx1" presStyleLbl="revTx" presStyleIdx="6" presStyleCnt="8"/>
      <dgm:spPr/>
    </dgm:pt>
    <dgm:pt modelId="{F8E86144-3793-4344-ABA4-08EEC9A6BAED}" type="pres">
      <dgm:prSet presAssocID="{4626B6C3-57AD-4C22-B778-BF8339608824}" presName="vert1" presStyleCnt="0"/>
      <dgm:spPr/>
    </dgm:pt>
    <dgm:pt modelId="{5BBC0B6A-53D2-46E5-A721-9AAEBD0236AD}" type="pres">
      <dgm:prSet presAssocID="{460CA56C-673F-422B-81B3-8C683025E679}" presName="thickLine" presStyleLbl="alignNode1" presStyleIdx="7" presStyleCnt="8"/>
      <dgm:spPr/>
    </dgm:pt>
    <dgm:pt modelId="{310D7888-D934-4B30-AE35-DFE400982CC3}" type="pres">
      <dgm:prSet presAssocID="{460CA56C-673F-422B-81B3-8C683025E679}" presName="horz1" presStyleCnt="0"/>
      <dgm:spPr/>
    </dgm:pt>
    <dgm:pt modelId="{84E4D83D-7646-4B1C-BB81-BF66055060E0}" type="pres">
      <dgm:prSet presAssocID="{460CA56C-673F-422B-81B3-8C683025E679}" presName="tx1" presStyleLbl="revTx" presStyleIdx="7" presStyleCnt="8"/>
      <dgm:spPr/>
    </dgm:pt>
    <dgm:pt modelId="{CF1ED7BD-2BBB-4A61-8061-40778FCEE8D8}" type="pres">
      <dgm:prSet presAssocID="{460CA56C-673F-422B-81B3-8C683025E679}" presName="vert1" presStyleCnt="0"/>
      <dgm:spPr/>
    </dgm:pt>
  </dgm:ptLst>
  <dgm:cxnLst>
    <dgm:cxn modelId="{17597C00-7CB2-4BF2-B71E-2CF296331161}" type="presOf" srcId="{291293B3-7978-44AE-9101-25B26B844DCC}" destId="{3039413C-93C9-40A0-B217-0C06AD9D6433}" srcOrd="0" destOrd="0" presId="urn:microsoft.com/office/officeart/2008/layout/LinedList"/>
    <dgm:cxn modelId="{19DBE712-4F17-4A2A-90F3-B7FBDC628174}" type="presOf" srcId="{63C17C8B-6B86-4B79-B777-F636B0EEBEFD}" destId="{9A3A3BAE-93C9-44AB-B36E-F7542FAD030C}" srcOrd="0" destOrd="0" presId="urn:microsoft.com/office/officeart/2008/layout/LinedList"/>
    <dgm:cxn modelId="{7B045720-3F87-4EC1-8FFB-F71A4678192D}" type="presOf" srcId="{19A0BB8B-EB22-4A6C-A803-42325663652E}" destId="{29FF98B0-CA8F-49DA-8A89-AE6AA8E07C5A}" srcOrd="0" destOrd="0" presId="urn:microsoft.com/office/officeart/2008/layout/LinedList"/>
    <dgm:cxn modelId="{34960070-DF37-4704-827E-198ED293AC11}" type="presOf" srcId="{C5000F22-F003-4910-A612-EBCBC65642D5}" destId="{7ECC69C7-2E78-46ED-BE03-45645AC570D9}" srcOrd="0" destOrd="0" presId="urn:microsoft.com/office/officeart/2008/layout/LinedList"/>
    <dgm:cxn modelId="{8E216D58-6FAF-4145-A423-4390BC1C10A9}" srcId="{291293B3-7978-44AE-9101-25B26B844DCC}" destId="{A096CF94-EE1C-4E71-BDE0-E5E983F273B3}" srcOrd="1" destOrd="0" parTransId="{13D2AD25-8FF0-4145-83F4-587BF795D872}" sibTransId="{8FE9F37B-3766-4C11-9046-EB701023976C}"/>
    <dgm:cxn modelId="{8BB0D180-8327-465F-95CB-EB57DFBA031F}" srcId="{291293B3-7978-44AE-9101-25B26B844DCC}" destId="{460CA56C-673F-422B-81B3-8C683025E679}" srcOrd="7" destOrd="0" parTransId="{85BAD347-3890-4BA6-AFD1-F3078436A677}" sibTransId="{62B443FB-2F1C-4DBF-94C3-531B7408795D}"/>
    <dgm:cxn modelId="{F091688B-EF0C-455D-906D-9EBD3B600921}" type="presOf" srcId="{3324CE3B-9978-465A-A1E0-433D8C443AD9}" destId="{6125EB97-7C99-4F50-AB3F-68F22538CDB6}" srcOrd="0" destOrd="0" presId="urn:microsoft.com/office/officeart/2008/layout/LinedList"/>
    <dgm:cxn modelId="{49A25C8C-99A6-46A6-B921-88D762EA4B6D}" type="presOf" srcId="{4626B6C3-57AD-4C22-B778-BF8339608824}" destId="{CF50D3DE-BB33-42A3-86C3-9697163B32AE}" srcOrd="0" destOrd="0" presId="urn:microsoft.com/office/officeart/2008/layout/LinedList"/>
    <dgm:cxn modelId="{E82E2AA9-FF39-464F-A35A-5CF5CDAB3827}" type="presOf" srcId="{A096CF94-EE1C-4E71-BDE0-E5E983F273B3}" destId="{40618805-3DF4-461F-857D-D7D343F68358}" srcOrd="0" destOrd="0" presId="urn:microsoft.com/office/officeart/2008/layout/LinedList"/>
    <dgm:cxn modelId="{27A445AD-767A-4C08-8B17-A3409B7E6C3B}" srcId="{291293B3-7978-44AE-9101-25B26B844DCC}" destId="{19A0BB8B-EB22-4A6C-A803-42325663652E}" srcOrd="3" destOrd="0" parTransId="{9C799BEF-23B4-4E83-A715-22E0071BB201}" sibTransId="{8092FE24-8283-4676-9830-C96A19CBCC3F}"/>
    <dgm:cxn modelId="{F228D2BA-6A37-4EFF-B312-3C7ADC5E24CC}" srcId="{291293B3-7978-44AE-9101-25B26B844DCC}" destId="{3FE8FEEB-19FA-4393-8B46-A75DEFF2BFEC}" srcOrd="0" destOrd="0" parTransId="{67E0792B-6885-4184-8B14-68C8537C4D34}" sibTransId="{B42B463C-DF7D-4C6A-A644-C5D89789BCFF}"/>
    <dgm:cxn modelId="{5FDE27C1-575A-485D-A34B-3DFA91C784FB}" type="presOf" srcId="{3FE8FEEB-19FA-4393-8B46-A75DEFF2BFEC}" destId="{7A89474F-1CB6-48D4-8303-0C373FE6242F}" srcOrd="0" destOrd="0" presId="urn:microsoft.com/office/officeart/2008/layout/LinedList"/>
    <dgm:cxn modelId="{CD9422CB-BD2A-47B2-9781-99FA06AF3FCB}" srcId="{291293B3-7978-44AE-9101-25B26B844DCC}" destId="{3324CE3B-9978-465A-A1E0-433D8C443AD9}" srcOrd="4" destOrd="0" parTransId="{D3E78196-FBED-4F6E-A63A-59C4F79EC3EF}" sibTransId="{F1F88DEC-0EEB-4F92-8F39-E0AE8D5B363F}"/>
    <dgm:cxn modelId="{0CE26BCB-D88F-43EC-BBAB-15FE7CE3B431}" srcId="{291293B3-7978-44AE-9101-25B26B844DCC}" destId="{C5000F22-F003-4910-A612-EBCBC65642D5}" srcOrd="5" destOrd="0" parTransId="{E7BCE9E3-CA92-4179-A700-0C4D8C47D235}" sibTransId="{A48B4A12-1A5D-417A-82D6-0008F6F3D2AD}"/>
    <dgm:cxn modelId="{E88077ED-5F0B-489A-B7EB-BF9A0E8C6772}" srcId="{291293B3-7978-44AE-9101-25B26B844DCC}" destId="{4626B6C3-57AD-4C22-B778-BF8339608824}" srcOrd="6" destOrd="0" parTransId="{D5CB73D4-33E9-40DC-BF6A-5959FE3A165A}" sibTransId="{05EB05B8-0DCB-450C-91AB-34AFAC1725CD}"/>
    <dgm:cxn modelId="{6E5FCCF4-9AD7-4681-B0EF-B8390E001F41}" srcId="{291293B3-7978-44AE-9101-25B26B844DCC}" destId="{63C17C8B-6B86-4B79-B777-F636B0EEBEFD}" srcOrd="2" destOrd="0" parTransId="{ED4E5D82-114A-4297-A948-50ACC36233CC}" sibTransId="{13D47D36-FEC5-40C9-A7AB-EAEBDEEC76F7}"/>
    <dgm:cxn modelId="{EA7165FE-009A-43CF-9C48-54FD09AEA552}" type="presOf" srcId="{460CA56C-673F-422B-81B3-8C683025E679}" destId="{84E4D83D-7646-4B1C-BB81-BF66055060E0}" srcOrd="0" destOrd="0" presId="urn:microsoft.com/office/officeart/2008/layout/LinedList"/>
    <dgm:cxn modelId="{12CA0D53-3CF3-49E8-AF43-08E2B033583D}" type="presParOf" srcId="{3039413C-93C9-40A0-B217-0C06AD9D6433}" destId="{372F3AA2-5AE0-4F7E-9566-FB7CC46140DD}" srcOrd="0" destOrd="0" presId="urn:microsoft.com/office/officeart/2008/layout/LinedList"/>
    <dgm:cxn modelId="{2E979626-3CFB-4A97-B02B-2052D9969179}" type="presParOf" srcId="{3039413C-93C9-40A0-B217-0C06AD9D6433}" destId="{CA016A32-86A5-4285-8FE7-C09DF8E7B04A}" srcOrd="1" destOrd="0" presId="urn:microsoft.com/office/officeart/2008/layout/LinedList"/>
    <dgm:cxn modelId="{C8620BEE-98F4-4187-9B05-4085B9FCD395}" type="presParOf" srcId="{CA016A32-86A5-4285-8FE7-C09DF8E7B04A}" destId="{7A89474F-1CB6-48D4-8303-0C373FE6242F}" srcOrd="0" destOrd="0" presId="urn:microsoft.com/office/officeart/2008/layout/LinedList"/>
    <dgm:cxn modelId="{2B73FF0D-40B3-462E-A5F6-81353509C612}" type="presParOf" srcId="{CA016A32-86A5-4285-8FE7-C09DF8E7B04A}" destId="{5483ECD0-8AB1-4A89-B76A-7FA89B08AC7E}" srcOrd="1" destOrd="0" presId="urn:microsoft.com/office/officeart/2008/layout/LinedList"/>
    <dgm:cxn modelId="{346E441C-6DA1-40A8-8340-ADAECE8A0561}" type="presParOf" srcId="{3039413C-93C9-40A0-B217-0C06AD9D6433}" destId="{1D006B74-3E9F-4953-8128-024CD0F1DF13}" srcOrd="2" destOrd="0" presId="urn:microsoft.com/office/officeart/2008/layout/LinedList"/>
    <dgm:cxn modelId="{CC96C062-F8DE-4D27-9061-0007A659C6FD}" type="presParOf" srcId="{3039413C-93C9-40A0-B217-0C06AD9D6433}" destId="{F8E8722A-263F-4805-B54D-17F6BBAE11D9}" srcOrd="3" destOrd="0" presId="urn:microsoft.com/office/officeart/2008/layout/LinedList"/>
    <dgm:cxn modelId="{993C1E43-1DBC-44B3-A8E8-78C265A22D22}" type="presParOf" srcId="{F8E8722A-263F-4805-B54D-17F6BBAE11D9}" destId="{40618805-3DF4-461F-857D-D7D343F68358}" srcOrd="0" destOrd="0" presId="urn:microsoft.com/office/officeart/2008/layout/LinedList"/>
    <dgm:cxn modelId="{558B4412-480B-4C96-8EBA-406B6D2AF4EF}" type="presParOf" srcId="{F8E8722A-263F-4805-B54D-17F6BBAE11D9}" destId="{AB68E7E6-5A5E-40D4-AE9D-DB1876CD1590}" srcOrd="1" destOrd="0" presId="urn:microsoft.com/office/officeart/2008/layout/LinedList"/>
    <dgm:cxn modelId="{4AD97D5A-5653-4757-88CE-C5539C57F633}" type="presParOf" srcId="{3039413C-93C9-40A0-B217-0C06AD9D6433}" destId="{BE4EC82F-F9B1-4C67-B977-1791F2A69821}" srcOrd="4" destOrd="0" presId="urn:microsoft.com/office/officeart/2008/layout/LinedList"/>
    <dgm:cxn modelId="{51748AAD-A0D5-4D38-9A8A-3EB545DFB9B2}" type="presParOf" srcId="{3039413C-93C9-40A0-B217-0C06AD9D6433}" destId="{9FD1E669-DA70-4BB2-A910-900DF0045EAC}" srcOrd="5" destOrd="0" presId="urn:microsoft.com/office/officeart/2008/layout/LinedList"/>
    <dgm:cxn modelId="{32D0B2B5-6BA1-408E-B9DA-01C1AEECA2B4}" type="presParOf" srcId="{9FD1E669-DA70-4BB2-A910-900DF0045EAC}" destId="{9A3A3BAE-93C9-44AB-B36E-F7542FAD030C}" srcOrd="0" destOrd="0" presId="urn:microsoft.com/office/officeart/2008/layout/LinedList"/>
    <dgm:cxn modelId="{2746B259-2C85-4B9C-8030-E45D1C2025CA}" type="presParOf" srcId="{9FD1E669-DA70-4BB2-A910-900DF0045EAC}" destId="{758B3376-FEE7-4A36-A848-C230CFED2D35}" srcOrd="1" destOrd="0" presId="urn:microsoft.com/office/officeart/2008/layout/LinedList"/>
    <dgm:cxn modelId="{57712B27-FC52-4790-ACC7-9ADA7C029AD9}" type="presParOf" srcId="{3039413C-93C9-40A0-B217-0C06AD9D6433}" destId="{438A9CFC-8E50-413D-8AA1-70D2AC84EA55}" srcOrd="6" destOrd="0" presId="urn:microsoft.com/office/officeart/2008/layout/LinedList"/>
    <dgm:cxn modelId="{0A220835-843C-447A-963E-52F075E83999}" type="presParOf" srcId="{3039413C-93C9-40A0-B217-0C06AD9D6433}" destId="{24038D4F-C1D0-4E53-9D4C-004AC305C995}" srcOrd="7" destOrd="0" presId="urn:microsoft.com/office/officeart/2008/layout/LinedList"/>
    <dgm:cxn modelId="{76EDF076-A8D6-4AC0-A3BC-DF4170CDA3FA}" type="presParOf" srcId="{24038D4F-C1D0-4E53-9D4C-004AC305C995}" destId="{29FF98B0-CA8F-49DA-8A89-AE6AA8E07C5A}" srcOrd="0" destOrd="0" presId="urn:microsoft.com/office/officeart/2008/layout/LinedList"/>
    <dgm:cxn modelId="{D75D13E1-11CB-433C-AB6F-D4DEAD7C4433}" type="presParOf" srcId="{24038D4F-C1D0-4E53-9D4C-004AC305C995}" destId="{92E3ED06-9A05-44E6-9575-C65AC44373EE}" srcOrd="1" destOrd="0" presId="urn:microsoft.com/office/officeart/2008/layout/LinedList"/>
    <dgm:cxn modelId="{8154DC16-0007-490D-9282-31D189B1AFDE}" type="presParOf" srcId="{3039413C-93C9-40A0-B217-0C06AD9D6433}" destId="{12F2D4E5-9ECB-4FCB-A87D-6D9E9FB87F6C}" srcOrd="8" destOrd="0" presId="urn:microsoft.com/office/officeart/2008/layout/LinedList"/>
    <dgm:cxn modelId="{63935050-6DBC-4BE2-8F1E-9F82BBE1CE39}" type="presParOf" srcId="{3039413C-93C9-40A0-B217-0C06AD9D6433}" destId="{F48D2813-8C86-4ADA-AF65-E68139CB2CD7}" srcOrd="9" destOrd="0" presId="urn:microsoft.com/office/officeart/2008/layout/LinedList"/>
    <dgm:cxn modelId="{23FADFCE-302C-42C5-8251-5DB1ABC41EB7}" type="presParOf" srcId="{F48D2813-8C86-4ADA-AF65-E68139CB2CD7}" destId="{6125EB97-7C99-4F50-AB3F-68F22538CDB6}" srcOrd="0" destOrd="0" presId="urn:microsoft.com/office/officeart/2008/layout/LinedList"/>
    <dgm:cxn modelId="{912599F7-D97D-4CAF-8C78-45C29FD9290A}" type="presParOf" srcId="{F48D2813-8C86-4ADA-AF65-E68139CB2CD7}" destId="{478C1939-70F8-4A7B-904C-3CF1C4524259}" srcOrd="1" destOrd="0" presId="urn:microsoft.com/office/officeart/2008/layout/LinedList"/>
    <dgm:cxn modelId="{F1AAC692-315B-4431-80CB-192F8A6503DD}" type="presParOf" srcId="{3039413C-93C9-40A0-B217-0C06AD9D6433}" destId="{920BBBB4-DEF6-4E57-871B-DCD07F7801C1}" srcOrd="10" destOrd="0" presId="urn:microsoft.com/office/officeart/2008/layout/LinedList"/>
    <dgm:cxn modelId="{A8A1ACBA-E9B2-42F2-A73C-60C6A70F5AAB}" type="presParOf" srcId="{3039413C-93C9-40A0-B217-0C06AD9D6433}" destId="{CAF270F1-3CDF-4980-8E4E-D3D080C9D012}" srcOrd="11" destOrd="0" presId="urn:microsoft.com/office/officeart/2008/layout/LinedList"/>
    <dgm:cxn modelId="{766670D1-24ED-4B09-BA0A-40BE182C1613}" type="presParOf" srcId="{CAF270F1-3CDF-4980-8E4E-D3D080C9D012}" destId="{7ECC69C7-2E78-46ED-BE03-45645AC570D9}" srcOrd="0" destOrd="0" presId="urn:microsoft.com/office/officeart/2008/layout/LinedList"/>
    <dgm:cxn modelId="{4048FD2A-E49F-4F1F-AF0F-B6D336EC725A}" type="presParOf" srcId="{CAF270F1-3CDF-4980-8E4E-D3D080C9D012}" destId="{E1C35D0F-092B-4C4A-9B7F-3A329EF8DC0F}" srcOrd="1" destOrd="0" presId="urn:microsoft.com/office/officeart/2008/layout/LinedList"/>
    <dgm:cxn modelId="{CBC77DC0-3CC1-4774-B052-2C63737DC42C}" type="presParOf" srcId="{3039413C-93C9-40A0-B217-0C06AD9D6433}" destId="{D3FF5EFC-6177-446A-93AA-6DFE6B43D541}" srcOrd="12" destOrd="0" presId="urn:microsoft.com/office/officeart/2008/layout/LinedList"/>
    <dgm:cxn modelId="{D228613E-F289-4E12-848A-48452B66794F}" type="presParOf" srcId="{3039413C-93C9-40A0-B217-0C06AD9D6433}" destId="{D50CBEBA-6BF5-4E0B-A4D9-584C5D1AEF0D}" srcOrd="13" destOrd="0" presId="urn:microsoft.com/office/officeart/2008/layout/LinedList"/>
    <dgm:cxn modelId="{E1647882-8EBC-430B-88F2-F0A5058703D7}" type="presParOf" srcId="{D50CBEBA-6BF5-4E0B-A4D9-584C5D1AEF0D}" destId="{CF50D3DE-BB33-42A3-86C3-9697163B32AE}" srcOrd="0" destOrd="0" presId="urn:microsoft.com/office/officeart/2008/layout/LinedList"/>
    <dgm:cxn modelId="{F8D82CA5-DF7D-42A8-A2BD-E8E64ADCA5F5}" type="presParOf" srcId="{D50CBEBA-6BF5-4E0B-A4D9-584C5D1AEF0D}" destId="{F8E86144-3793-4344-ABA4-08EEC9A6BAED}" srcOrd="1" destOrd="0" presId="urn:microsoft.com/office/officeart/2008/layout/LinedList"/>
    <dgm:cxn modelId="{3BADC909-6051-42C2-B6BB-2BB4FCAD55BC}" type="presParOf" srcId="{3039413C-93C9-40A0-B217-0C06AD9D6433}" destId="{5BBC0B6A-53D2-46E5-A721-9AAEBD0236AD}" srcOrd="14" destOrd="0" presId="urn:microsoft.com/office/officeart/2008/layout/LinedList"/>
    <dgm:cxn modelId="{6E7D8147-468C-4EEB-B9FA-DB67587119A1}" type="presParOf" srcId="{3039413C-93C9-40A0-B217-0C06AD9D6433}" destId="{310D7888-D934-4B30-AE35-DFE400982CC3}" srcOrd="15" destOrd="0" presId="urn:microsoft.com/office/officeart/2008/layout/LinedList"/>
    <dgm:cxn modelId="{B86CDEF5-4958-461C-B3C9-1AE2543CF9F0}" type="presParOf" srcId="{310D7888-D934-4B30-AE35-DFE400982CC3}" destId="{84E4D83D-7646-4B1C-BB81-BF66055060E0}" srcOrd="0" destOrd="0" presId="urn:microsoft.com/office/officeart/2008/layout/LinedList"/>
    <dgm:cxn modelId="{FF409547-E878-431F-B3F1-C9ACFB4F732C}" type="presParOf" srcId="{310D7888-D934-4B30-AE35-DFE400982CC3}" destId="{CF1ED7BD-2BBB-4A61-8061-40778FCEE8D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230AC36-0AE0-4860-9C17-E37DDB8B76B3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7295181F-09FA-434F-BB55-49881E09D326}">
      <dgm:prSet/>
      <dgm:spPr/>
      <dgm:t>
        <a:bodyPr/>
        <a:lstStyle/>
        <a:p>
          <a:r>
            <a:rPr lang="en-US" b="1"/>
            <a:t>Content for this slide:</a:t>
          </a:r>
          <a:endParaRPr lang="en-US"/>
        </a:p>
      </dgm:t>
    </dgm:pt>
    <dgm:pt modelId="{BBCAE334-4802-40A2-A91B-4D63F79D3E24}" type="parTrans" cxnId="{8C4CFA94-9227-46E6-A462-04B406B829A9}">
      <dgm:prSet/>
      <dgm:spPr/>
      <dgm:t>
        <a:bodyPr/>
        <a:lstStyle/>
        <a:p>
          <a:endParaRPr lang="en-US"/>
        </a:p>
      </dgm:t>
    </dgm:pt>
    <dgm:pt modelId="{4ED5FCD0-D6E9-44E3-85E3-C9383D2306E4}" type="sibTrans" cxnId="{8C4CFA94-9227-46E6-A462-04B406B829A9}">
      <dgm:prSet/>
      <dgm:spPr/>
      <dgm:t>
        <a:bodyPr/>
        <a:lstStyle/>
        <a:p>
          <a:endParaRPr lang="en-US"/>
        </a:p>
      </dgm:t>
    </dgm:pt>
    <dgm:pt modelId="{E2C9CC45-E75B-476D-84BA-EB23506C17BA}">
      <dgm:prSet/>
      <dgm:spPr/>
      <dgm:t>
        <a:bodyPr/>
        <a:lstStyle/>
        <a:p>
          <a:r>
            <a:rPr lang="en-US"/>
            <a:t>🏆 Top-selling products by revenue</a:t>
          </a:r>
        </a:p>
      </dgm:t>
    </dgm:pt>
    <dgm:pt modelId="{B0337E95-3CD4-4911-91E8-A8B189F2F218}" type="parTrans" cxnId="{0EE25154-6672-423B-B598-F4B4575BC5CD}">
      <dgm:prSet/>
      <dgm:spPr/>
      <dgm:t>
        <a:bodyPr/>
        <a:lstStyle/>
        <a:p>
          <a:endParaRPr lang="en-US"/>
        </a:p>
      </dgm:t>
    </dgm:pt>
    <dgm:pt modelId="{FF84E44D-43F9-47AE-86C7-8FCEA913BC93}" type="sibTrans" cxnId="{0EE25154-6672-423B-B598-F4B4575BC5CD}">
      <dgm:prSet/>
      <dgm:spPr/>
      <dgm:t>
        <a:bodyPr/>
        <a:lstStyle/>
        <a:p>
          <a:endParaRPr lang="en-US"/>
        </a:p>
      </dgm:t>
    </dgm:pt>
    <dgm:pt modelId="{1017C42B-819C-4978-9B10-4A69AF027DE6}">
      <dgm:prSet/>
      <dgm:spPr/>
      <dgm:t>
        <a:bodyPr/>
        <a:lstStyle/>
        <a:p>
          <a:r>
            <a:rPr lang="en-US"/>
            <a:t>📦 Sales vs. quantity sold</a:t>
          </a:r>
        </a:p>
      </dgm:t>
    </dgm:pt>
    <dgm:pt modelId="{339F05A8-3BDB-48A3-B77F-23CC6DC7D081}" type="parTrans" cxnId="{DD2776C5-66C8-4415-B494-54D3F88AA270}">
      <dgm:prSet/>
      <dgm:spPr/>
      <dgm:t>
        <a:bodyPr/>
        <a:lstStyle/>
        <a:p>
          <a:endParaRPr lang="en-US"/>
        </a:p>
      </dgm:t>
    </dgm:pt>
    <dgm:pt modelId="{0B428C23-C3AF-4281-A9EB-DCBD4001A029}" type="sibTrans" cxnId="{DD2776C5-66C8-4415-B494-54D3F88AA270}">
      <dgm:prSet/>
      <dgm:spPr/>
      <dgm:t>
        <a:bodyPr/>
        <a:lstStyle/>
        <a:p>
          <a:endParaRPr lang="en-US"/>
        </a:p>
      </dgm:t>
    </dgm:pt>
    <dgm:pt modelId="{7727A31B-C394-4D32-A177-86294EE7B51D}">
      <dgm:prSet/>
      <dgm:spPr/>
      <dgm:t>
        <a:bodyPr/>
        <a:lstStyle/>
        <a:p>
          <a:r>
            <a:rPr lang="en-US"/>
            <a:t>💸 Profitability by category or sub-category</a:t>
          </a:r>
        </a:p>
      </dgm:t>
    </dgm:pt>
    <dgm:pt modelId="{4641ACCA-4581-4130-A555-B14D3CB4A054}" type="parTrans" cxnId="{C5E57310-0F94-4511-BE47-DC03C6872AA2}">
      <dgm:prSet/>
      <dgm:spPr/>
      <dgm:t>
        <a:bodyPr/>
        <a:lstStyle/>
        <a:p>
          <a:endParaRPr lang="en-US"/>
        </a:p>
      </dgm:t>
    </dgm:pt>
    <dgm:pt modelId="{17C4EA57-DF07-4827-BF28-51724214FAA9}" type="sibTrans" cxnId="{C5E57310-0F94-4511-BE47-DC03C6872AA2}">
      <dgm:prSet/>
      <dgm:spPr/>
      <dgm:t>
        <a:bodyPr/>
        <a:lstStyle/>
        <a:p>
          <a:endParaRPr lang="en-US"/>
        </a:p>
      </dgm:t>
    </dgm:pt>
    <dgm:pt modelId="{7D1BCCA1-C997-48AB-875B-F313048769D8}">
      <dgm:prSet/>
      <dgm:spPr/>
      <dgm:t>
        <a:bodyPr/>
        <a:lstStyle/>
        <a:p>
          <a:r>
            <a:rPr lang="en-US"/>
            <a:t>📉 Identify low-performing products for improvement</a:t>
          </a:r>
        </a:p>
      </dgm:t>
    </dgm:pt>
    <dgm:pt modelId="{17DA0826-4B98-4511-8A8A-A718091DEEA1}" type="parTrans" cxnId="{97B43DB7-3647-478F-A835-D097A19E055A}">
      <dgm:prSet/>
      <dgm:spPr/>
      <dgm:t>
        <a:bodyPr/>
        <a:lstStyle/>
        <a:p>
          <a:endParaRPr lang="en-US"/>
        </a:p>
      </dgm:t>
    </dgm:pt>
    <dgm:pt modelId="{628908AC-51EC-45B3-829F-3991C391250C}" type="sibTrans" cxnId="{97B43DB7-3647-478F-A835-D097A19E055A}">
      <dgm:prSet/>
      <dgm:spPr/>
      <dgm:t>
        <a:bodyPr/>
        <a:lstStyle/>
        <a:p>
          <a:endParaRPr lang="en-US"/>
        </a:p>
      </dgm:t>
    </dgm:pt>
    <dgm:pt modelId="{61193DDC-CB7F-4FA4-B30F-1E7294657F97}">
      <dgm:prSet/>
      <dgm:spPr/>
      <dgm:t>
        <a:bodyPr/>
        <a:lstStyle/>
        <a:p>
          <a:r>
            <a:rPr lang="en-US" b="1" dirty="0"/>
            <a:t>Charts to Include:</a:t>
          </a:r>
          <a:endParaRPr lang="en-US" dirty="0"/>
        </a:p>
      </dgm:t>
    </dgm:pt>
    <dgm:pt modelId="{EB8E9FEC-42C3-4A3D-A63C-B46E70EB8BB4}" type="parTrans" cxnId="{2DD7E798-0319-4987-9855-3E4BFF7E59BA}">
      <dgm:prSet/>
      <dgm:spPr/>
      <dgm:t>
        <a:bodyPr/>
        <a:lstStyle/>
        <a:p>
          <a:endParaRPr lang="en-US"/>
        </a:p>
      </dgm:t>
    </dgm:pt>
    <dgm:pt modelId="{20E12061-3B95-44B8-BAA3-825B59878A02}" type="sibTrans" cxnId="{2DD7E798-0319-4987-9855-3E4BFF7E59BA}">
      <dgm:prSet/>
      <dgm:spPr/>
      <dgm:t>
        <a:bodyPr/>
        <a:lstStyle/>
        <a:p>
          <a:endParaRPr lang="en-US"/>
        </a:p>
      </dgm:t>
    </dgm:pt>
    <dgm:pt modelId="{3861B552-A77A-465D-835D-5EC3292B4E8A}">
      <dgm:prSet/>
      <dgm:spPr/>
      <dgm:t>
        <a:bodyPr/>
        <a:lstStyle/>
        <a:p>
          <a:r>
            <a:rPr lang="en-US" dirty="0"/>
            <a:t>Bar chart: Sales by product</a:t>
          </a:r>
        </a:p>
      </dgm:t>
    </dgm:pt>
    <dgm:pt modelId="{710841F1-7846-42D6-A285-8B6D1FF9E862}" type="parTrans" cxnId="{145319B1-7C58-4863-B2C0-DE7F7AB9836D}">
      <dgm:prSet/>
      <dgm:spPr/>
      <dgm:t>
        <a:bodyPr/>
        <a:lstStyle/>
        <a:p>
          <a:endParaRPr lang="en-US"/>
        </a:p>
      </dgm:t>
    </dgm:pt>
    <dgm:pt modelId="{FED74A40-E76D-4BFC-9FE8-13751CA5E2BA}" type="sibTrans" cxnId="{145319B1-7C58-4863-B2C0-DE7F7AB9836D}">
      <dgm:prSet/>
      <dgm:spPr/>
      <dgm:t>
        <a:bodyPr/>
        <a:lstStyle/>
        <a:p>
          <a:endParaRPr lang="en-US"/>
        </a:p>
      </dgm:t>
    </dgm:pt>
    <dgm:pt modelId="{8CA6E87D-BD74-4F81-BF41-30FDE9DCFEBE}">
      <dgm:prSet/>
      <dgm:spPr/>
      <dgm:t>
        <a:bodyPr/>
        <a:lstStyle/>
        <a:p>
          <a:r>
            <a:rPr lang="en-US"/>
            <a:t>Tree map: Profit by category</a:t>
          </a:r>
        </a:p>
      </dgm:t>
    </dgm:pt>
    <dgm:pt modelId="{F80A33A6-153A-4E88-8E5D-445EE103AC9C}" type="parTrans" cxnId="{8446581B-2DDC-4860-AB27-7E8B2ED3B50B}">
      <dgm:prSet/>
      <dgm:spPr/>
      <dgm:t>
        <a:bodyPr/>
        <a:lstStyle/>
        <a:p>
          <a:endParaRPr lang="en-US"/>
        </a:p>
      </dgm:t>
    </dgm:pt>
    <dgm:pt modelId="{9A97E511-515A-4279-A676-0A0CB2E802AB}" type="sibTrans" cxnId="{8446581B-2DDC-4860-AB27-7E8B2ED3B50B}">
      <dgm:prSet/>
      <dgm:spPr/>
      <dgm:t>
        <a:bodyPr/>
        <a:lstStyle/>
        <a:p>
          <a:endParaRPr lang="en-US"/>
        </a:p>
      </dgm:t>
    </dgm:pt>
    <dgm:pt modelId="{32A2F6C7-F046-4AD4-A102-1FAB3012E243}">
      <dgm:prSet/>
      <dgm:spPr/>
      <dgm:t>
        <a:bodyPr/>
        <a:lstStyle/>
        <a:p>
          <a:r>
            <a:rPr lang="en-US"/>
            <a:t>Scatter plot: Sales vs. profit</a:t>
          </a:r>
        </a:p>
      </dgm:t>
    </dgm:pt>
    <dgm:pt modelId="{311D618E-322B-4775-B506-5958AD750D26}" type="parTrans" cxnId="{BE4E7439-7D68-4D3A-8AE0-620DD03EDD91}">
      <dgm:prSet/>
      <dgm:spPr/>
      <dgm:t>
        <a:bodyPr/>
        <a:lstStyle/>
        <a:p>
          <a:endParaRPr lang="en-US"/>
        </a:p>
      </dgm:t>
    </dgm:pt>
    <dgm:pt modelId="{8569D065-1378-4F5B-A8BD-B68712C79DEB}" type="sibTrans" cxnId="{BE4E7439-7D68-4D3A-8AE0-620DD03EDD91}">
      <dgm:prSet/>
      <dgm:spPr/>
      <dgm:t>
        <a:bodyPr/>
        <a:lstStyle/>
        <a:p>
          <a:endParaRPr lang="en-US"/>
        </a:p>
      </dgm:t>
    </dgm:pt>
    <dgm:pt modelId="{5E7C091D-755D-46B3-87C1-B3AD839AE7EA}" type="pres">
      <dgm:prSet presAssocID="{8230AC36-0AE0-4860-9C17-E37DDB8B76B3}" presName="vert0" presStyleCnt="0">
        <dgm:presLayoutVars>
          <dgm:dir/>
          <dgm:animOne val="branch"/>
          <dgm:animLvl val="lvl"/>
        </dgm:presLayoutVars>
      </dgm:prSet>
      <dgm:spPr/>
    </dgm:pt>
    <dgm:pt modelId="{181ED480-50D9-4A2A-8054-89FBC6E182DB}" type="pres">
      <dgm:prSet presAssocID="{7295181F-09FA-434F-BB55-49881E09D326}" presName="thickLine" presStyleLbl="alignNode1" presStyleIdx="0" presStyleCnt="9"/>
      <dgm:spPr/>
    </dgm:pt>
    <dgm:pt modelId="{B004B6FF-236F-457B-9874-32CEFCD31F0E}" type="pres">
      <dgm:prSet presAssocID="{7295181F-09FA-434F-BB55-49881E09D326}" presName="horz1" presStyleCnt="0"/>
      <dgm:spPr/>
    </dgm:pt>
    <dgm:pt modelId="{158ED914-DD2B-44B7-8B26-91D5DCE175A0}" type="pres">
      <dgm:prSet presAssocID="{7295181F-09FA-434F-BB55-49881E09D326}" presName="tx1" presStyleLbl="revTx" presStyleIdx="0" presStyleCnt="9"/>
      <dgm:spPr/>
    </dgm:pt>
    <dgm:pt modelId="{5E49DA16-0673-4CA1-A8F8-6D18CEEF8F9A}" type="pres">
      <dgm:prSet presAssocID="{7295181F-09FA-434F-BB55-49881E09D326}" presName="vert1" presStyleCnt="0"/>
      <dgm:spPr/>
    </dgm:pt>
    <dgm:pt modelId="{FC3AFECB-9F1C-4797-9538-7AEDEFC37599}" type="pres">
      <dgm:prSet presAssocID="{E2C9CC45-E75B-476D-84BA-EB23506C17BA}" presName="thickLine" presStyleLbl="alignNode1" presStyleIdx="1" presStyleCnt="9"/>
      <dgm:spPr/>
    </dgm:pt>
    <dgm:pt modelId="{E2C9870E-9CF6-4EB1-8B2E-77A4B3260578}" type="pres">
      <dgm:prSet presAssocID="{E2C9CC45-E75B-476D-84BA-EB23506C17BA}" presName="horz1" presStyleCnt="0"/>
      <dgm:spPr/>
    </dgm:pt>
    <dgm:pt modelId="{2FF51CBD-976F-40BE-8BEC-75844CE5F25F}" type="pres">
      <dgm:prSet presAssocID="{E2C9CC45-E75B-476D-84BA-EB23506C17BA}" presName="tx1" presStyleLbl="revTx" presStyleIdx="1" presStyleCnt="9"/>
      <dgm:spPr/>
    </dgm:pt>
    <dgm:pt modelId="{17188062-4B4E-418B-9C22-0A4125F007CA}" type="pres">
      <dgm:prSet presAssocID="{E2C9CC45-E75B-476D-84BA-EB23506C17BA}" presName="vert1" presStyleCnt="0"/>
      <dgm:spPr/>
    </dgm:pt>
    <dgm:pt modelId="{405D4EC0-935C-4C6A-BCED-0C7E258607A9}" type="pres">
      <dgm:prSet presAssocID="{1017C42B-819C-4978-9B10-4A69AF027DE6}" presName="thickLine" presStyleLbl="alignNode1" presStyleIdx="2" presStyleCnt="9"/>
      <dgm:spPr/>
    </dgm:pt>
    <dgm:pt modelId="{54EDB5FF-A4C6-4068-8425-FAC496D6D91E}" type="pres">
      <dgm:prSet presAssocID="{1017C42B-819C-4978-9B10-4A69AF027DE6}" presName="horz1" presStyleCnt="0"/>
      <dgm:spPr/>
    </dgm:pt>
    <dgm:pt modelId="{758B29E9-D3A7-46BA-8C7E-010095AFDC05}" type="pres">
      <dgm:prSet presAssocID="{1017C42B-819C-4978-9B10-4A69AF027DE6}" presName="tx1" presStyleLbl="revTx" presStyleIdx="2" presStyleCnt="9"/>
      <dgm:spPr/>
    </dgm:pt>
    <dgm:pt modelId="{C8A8AD4C-437F-49FF-A25B-675978E9BB94}" type="pres">
      <dgm:prSet presAssocID="{1017C42B-819C-4978-9B10-4A69AF027DE6}" presName="vert1" presStyleCnt="0"/>
      <dgm:spPr/>
    </dgm:pt>
    <dgm:pt modelId="{9271E999-8FC8-49F4-8B27-3CC8ED878FF1}" type="pres">
      <dgm:prSet presAssocID="{7727A31B-C394-4D32-A177-86294EE7B51D}" presName="thickLine" presStyleLbl="alignNode1" presStyleIdx="3" presStyleCnt="9"/>
      <dgm:spPr/>
    </dgm:pt>
    <dgm:pt modelId="{A68BA557-00DC-4566-BABE-CDEB5087510D}" type="pres">
      <dgm:prSet presAssocID="{7727A31B-C394-4D32-A177-86294EE7B51D}" presName="horz1" presStyleCnt="0"/>
      <dgm:spPr/>
    </dgm:pt>
    <dgm:pt modelId="{A085A61E-80FD-44AE-AA11-0FCFA1B6396E}" type="pres">
      <dgm:prSet presAssocID="{7727A31B-C394-4D32-A177-86294EE7B51D}" presName="tx1" presStyleLbl="revTx" presStyleIdx="3" presStyleCnt="9"/>
      <dgm:spPr/>
    </dgm:pt>
    <dgm:pt modelId="{F59E7080-8CF5-45AA-A4CB-29CABFDEFC69}" type="pres">
      <dgm:prSet presAssocID="{7727A31B-C394-4D32-A177-86294EE7B51D}" presName="vert1" presStyleCnt="0"/>
      <dgm:spPr/>
    </dgm:pt>
    <dgm:pt modelId="{787CF82B-8C2C-4FA1-88E8-08B79B1D3D2F}" type="pres">
      <dgm:prSet presAssocID="{7D1BCCA1-C997-48AB-875B-F313048769D8}" presName="thickLine" presStyleLbl="alignNode1" presStyleIdx="4" presStyleCnt="9"/>
      <dgm:spPr/>
    </dgm:pt>
    <dgm:pt modelId="{661B4579-7BAC-4D5D-9ECB-28B2EA8FE178}" type="pres">
      <dgm:prSet presAssocID="{7D1BCCA1-C997-48AB-875B-F313048769D8}" presName="horz1" presStyleCnt="0"/>
      <dgm:spPr/>
    </dgm:pt>
    <dgm:pt modelId="{CFD91200-5FE1-4CB7-8049-E40FAB064CE4}" type="pres">
      <dgm:prSet presAssocID="{7D1BCCA1-C997-48AB-875B-F313048769D8}" presName="tx1" presStyleLbl="revTx" presStyleIdx="4" presStyleCnt="9"/>
      <dgm:spPr/>
    </dgm:pt>
    <dgm:pt modelId="{EE56CCD6-2BC7-4EB9-B5DF-FE40B0A30B95}" type="pres">
      <dgm:prSet presAssocID="{7D1BCCA1-C997-48AB-875B-F313048769D8}" presName="vert1" presStyleCnt="0"/>
      <dgm:spPr/>
    </dgm:pt>
    <dgm:pt modelId="{C41B4292-CE70-4651-876E-D9A12FC5F3F9}" type="pres">
      <dgm:prSet presAssocID="{61193DDC-CB7F-4FA4-B30F-1E7294657F97}" presName="thickLine" presStyleLbl="alignNode1" presStyleIdx="5" presStyleCnt="9"/>
      <dgm:spPr/>
    </dgm:pt>
    <dgm:pt modelId="{EDE2D207-960E-481B-AEFD-AE0EE73BEEFF}" type="pres">
      <dgm:prSet presAssocID="{61193DDC-CB7F-4FA4-B30F-1E7294657F97}" presName="horz1" presStyleCnt="0"/>
      <dgm:spPr/>
    </dgm:pt>
    <dgm:pt modelId="{FEDFDE85-E523-4A43-87D6-667C5DEFE476}" type="pres">
      <dgm:prSet presAssocID="{61193DDC-CB7F-4FA4-B30F-1E7294657F97}" presName="tx1" presStyleLbl="revTx" presStyleIdx="5" presStyleCnt="9"/>
      <dgm:spPr/>
    </dgm:pt>
    <dgm:pt modelId="{46D1D1F3-A191-453D-A364-C9E2FD912B01}" type="pres">
      <dgm:prSet presAssocID="{61193DDC-CB7F-4FA4-B30F-1E7294657F97}" presName="vert1" presStyleCnt="0"/>
      <dgm:spPr/>
    </dgm:pt>
    <dgm:pt modelId="{00798156-2474-49FB-9883-C5B845B059EA}" type="pres">
      <dgm:prSet presAssocID="{3861B552-A77A-465D-835D-5EC3292B4E8A}" presName="thickLine" presStyleLbl="alignNode1" presStyleIdx="6" presStyleCnt="9"/>
      <dgm:spPr/>
    </dgm:pt>
    <dgm:pt modelId="{3908070F-9A49-4D75-BFDE-BB59B888F684}" type="pres">
      <dgm:prSet presAssocID="{3861B552-A77A-465D-835D-5EC3292B4E8A}" presName="horz1" presStyleCnt="0"/>
      <dgm:spPr/>
    </dgm:pt>
    <dgm:pt modelId="{949D1830-F987-4E47-92B7-1D8CA4FFC79F}" type="pres">
      <dgm:prSet presAssocID="{3861B552-A77A-465D-835D-5EC3292B4E8A}" presName="tx1" presStyleLbl="revTx" presStyleIdx="6" presStyleCnt="9"/>
      <dgm:spPr/>
    </dgm:pt>
    <dgm:pt modelId="{F06565A6-3EA3-49F7-A6EF-9910B860A792}" type="pres">
      <dgm:prSet presAssocID="{3861B552-A77A-465D-835D-5EC3292B4E8A}" presName="vert1" presStyleCnt="0"/>
      <dgm:spPr/>
    </dgm:pt>
    <dgm:pt modelId="{156CCDF8-4EEB-43B3-B557-B66AFA84544E}" type="pres">
      <dgm:prSet presAssocID="{8CA6E87D-BD74-4F81-BF41-30FDE9DCFEBE}" presName="thickLine" presStyleLbl="alignNode1" presStyleIdx="7" presStyleCnt="9"/>
      <dgm:spPr/>
    </dgm:pt>
    <dgm:pt modelId="{32C42C35-E3CB-45F6-B0E2-E43C85DE1EA8}" type="pres">
      <dgm:prSet presAssocID="{8CA6E87D-BD74-4F81-BF41-30FDE9DCFEBE}" presName="horz1" presStyleCnt="0"/>
      <dgm:spPr/>
    </dgm:pt>
    <dgm:pt modelId="{0341F8A0-98C2-409A-BBC5-40F469839831}" type="pres">
      <dgm:prSet presAssocID="{8CA6E87D-BD74-4F81-BF41-30FDE9DCFEBE}" presName="tx1" presStyleLbl="revTx" presStyleIdx="7" presStyleCnt="9"/>
      <dgm:spPr/>
    </dgm:pt>
    <dgm:pt modelId="{2BE4E570-64A5-4326-A98D-D204599A10A4}" type="pres">
      <dgm:prSet presAssocID="{8CA6E87D-BD74-4F81-BF41-30FDE9DCFEBE}" presName="vert1" presStyleCnt="0"/>
      <dgm:spPr/>
    </dgm:pt>
    <dgm:pt modelId="{6DE07A04-961B-4E20-A141-D0BA6A439632}" type="pres">
      <dgm:prSet presAssocID="{32A2F6C7-F046-4AD4-A102-1FAB3012E243}" presName="thickLine" presStyleLbl="alignNode1" presStyleIdx="8" presStyleCnt="9"/>
      <dgm:spPr/>
    </dgm:pt>
    <dgm:pt modelId="{F995F378-12C9-4D5A-9FD7-85D106D89AE9}" type="pres">
      <dgm:prSet presAssocID="{32A2F6C7-F046-4AD4-A102-1FAB3012E243}" presName="horz1" presStyleCnt="0"/>
      <dgm:spPr/>
    </dgm:pt>
    <dgm:pt modelId="{D8AF9B8B-0DD4-4662-A9C7-4C21D18444DC}" type="pres">
      <dgm:prSet presAssocID="{32A2F6C7-F046-4AD4-A102-1FAB3012E243}" presName="tx1" presStyleLbl="revTx" presStyleIdx="8" presStyleCnt="9"/>
      <dgm:spPr/>
    </dgm:pt>
    <dgm:pt modelId="{6ABF0770-4A09-4CD4-BE03-E66CE486E5C9}" type="pres">
      <dgm:prSet presAssocID="{32A2F6C7-F046-4AD4-A102-1FAB3012E243}" presName="vert1" presStyleCnt="0"/>
      <dgm:spPr/>
    </dgm:pt>
  </dgm:ptLst>
  <dgm:cxnLst>
    <dgm:cxn modelId="{CCD07003-2A4B-4276-B201-6026423484CD}" type="presOf" srcId="{32A2F6C7-F046-4AD4-A102-1FAB3012E243}" destId="{D8AF9B8B-0DD4-4662-A9C7-4C21D18444DC}" srcOrd="0" destOrd="0" presId="urn:microsoft.com/office/officeart/2008/layout/LinedList"/>
    <dgm:cxn modelId="{44256E08-B7A4-46CB-A6D8-296D77F17725}" type="presOf" srcId="{E2C9CC45-E75B-476D-84BA-EB23506C17BA}" destId="{2FF51CBD-976F-40BE-8BEC-75844CE5F25F}" srcOrd="0" destOrd="0" presId="urn:microsoft.com/office/officeart/2008/layout/LinedList"/>
    <dgm:cxn modelId="{E8DBB00E-F280-4E3A-B0D6-6A1A5AFB074A}" type="presOf" srcId="{1017C42B-819C-4978-9B10-4A69AF027DE6}" destId="{758B29E9-D3A7-46BA-8C7E-010095AFDC05}" srcOrd="0" destOrd="0" presId="urn:microsoft.com/office/officeart/2008/layout/LinedList"/>
    <dgm:cxn modelId="{C5E57310-0F94-4511-BE47-DC03C6872AA2}" srcId="{8230AC36-0AE0-4860-9C17-E37DDB8B76B3}" destId="{7727A31B-C394-4D32-A177-86294EE7B51D}" srcOrd="3" destOrd="0" parTransId="{4641ACCA-4581-4130-A555-B14D3CB4A054}" sibTransId="{17C4EA57-DF07-4827-BF28-51724214FAA9}"/>
    <dgm:cxn modelId="{8446581B-2DDC-4860-AB27-7E8B2ED3B50B}" srcId="{8230AC36-0AE0-4860-9C17-E37DDB8B76B3}" destId="{8CA6E87D-BD74-4F81-BF41-30FDE9DCFEBE}" srcOrd="7" destOrd="0" parTransId="{F80A33A6-153A-4E88-8E5D-445EE103AC9C}" sibTransId="{9A97E511-515A-4279-A676-0A0CB2E802AB}"/>
    <dgm:cxn modelId="{BE4E7439-7D68-4D3A-8AE0-620DD03EDD91}" srcId="{8230AC36-0AE0-4860-9C17-E37DDB8B76B3}" destId="{32A2F6C7-F046-4AD4-A102-1FAB3012E243}" srcOrd="8" destOrd="0" parTransId="{311D618E-322B-4775-B506-5958AD750D26}" sibTransId="{8569D065-1378-4F5B-A8BD-B68712C79DEB}"/>
    <dgm:cxn modelId="{8D8FEA47-7C10-4B8D-B879-243993B8C155}" type="presOf" srcId="{61193DDC-CB7F-4FA4-B30F-1E7294657F97}" destId="{FEDFDE85-E523-4A43-87D6-667C5DEFE476}" srcOrd="0" destOrd="0" presId="urn:microsoft.com/office/officeart/2008/layout/LinedList"/>
    <dgm:cxn modelId="{0EE25154-6672-423B-B598-F4B4575BC5CD}" srcId="{8230AC36-0AE0-4860-9C17-E37DDB8B76B3}" destId="{E2C9CC45-E75B-476D-84BA-EB23506C17BA}" srcOrd="1" destOrd="0" parTransId="{B0337E95-3CD4-4911-91E8-A8B189F2F218}" sibTransId="{FF84E44D-43F9-47AE-86C7-8FCEA913BC93}"/>
    <dgm:cxn modelId="{D191F654-14A9-492D-8B5A-E473BC1FCF2E}" type="presOf" srcId="{7D1BCCA1-C997-48AB-875B-F313048769D8}" destId="{CFD91200-5FE1-4CB7-8049-E40FAB064CE4}" srcOrd="0" destOrd="0" presId="urn:microsoft.com/office/officeart/2008/layout/LinedList"/>
    <dgm:cxn modelId="{80326F84-D8B2-4496-980B-46B9877E618E}" type="presOf" srcId="{8230AC36-0AE0-4860-9C17-E37DDB8B76B3}" destId="{5E7C091D-755D-46B3-87C1-B3AD839AE7EA}" srcOrd="0" destOrd="0" presId="urn:microsoft.com/office/officeart/2008/layout/LinedList"/>
    <dgm:cxn modelId="{8C4CFA94-9227-46E6-A462-04B406B829A9}" srcId="{8230AC36-0AE0-4860-9C17-E37DDB8B76B3}" destId="{7295181F-09FA-434F-BB55-49881E09D326}" srcOrd="0" destOrd="0" parTransId="{BBCAE334-4802-40A2-A91B-4D63F79D3E24}" sibTransId="{4ED5FCD0-D6E9-44E3-85E3-C9383D2306E4}"/>
    <dgm:cxn modelId="{2DD7E798-0319-4987-9855-3E4BFF7E59BA}" srcId="{8230AC36-0AE0-4860-9C17-E37DDB8B76B3}" destId="{61193DDC-CB7F-4FA4-B30F-1E7294657F97}" srcOrd="5" destOrd="0" parTransId="{EB8E9FEC-42C3-4A3D-A63C-B46E70EB8BB4}" sibTransId="{20E12061-3B95-44B8-BAA3-825B59878A02}"/>
    <dgm:cxn modelId="{145319B1-7C58-4863-B2C0-DE7F7AB9836D}" srcId="{8230AC36-0AE0-4860-9C17-E37DDB8B76B3}" destId="{3861B552-A77A-465D-835D-5EC3292B4E8A}" srcOrd="6" destOrd="0" parTransId="{710841F1-7846-42D6-A285-8B6D1FF9E862}" sibTransId="{FED74A40-E76D-4BFC-9FE8-13751CA5E2BA}"/>
    <dgm:cxn modelId="{DB53C8B1-94F4-44E1-A4AF-45EC9E86561B}" type="presOf" srcId="{7727A31B-C394-4D32-A177-86294EE7B51D}" destId="{A085A61E-80FD-44AE-AA11-0FCFA1B6396E}" srcOrd="0" destOrd="0" presId="urn:microsoft.com/office/officeart/2008/layout/LinedList"/>
    <dgm:cxn modelId="{97B43DB7-3647-478F-A835-D097A19E055A}" srcId="{8230AC36-0AE0-4860-9C17-E37DDB8B76B3}" destId="{7D1BCCA1-C997-48AB-875B-F313048769D8}" srcOrd="4" destOrd="0" parTransId="{17DA0826-4B98-4511-8A8A-A718091DEEA1}" sibTransId="{628908AC-51EC-45B3-829F-3991C391250C}"/>
    <dgm:cxn modelId="{540856BA-1FF4-4F8B-9FD9-10CF55B21FB9}" type="presOf" srcId="{7295181F-09FA-434F-BB55-49881E09D326}" destId="{158ED914-DD2B-44B7-8B26-91D5DCE175A0}" srcOrd="0" destOrd="0" presId="urn:microsoft.com/office/officeart/2008/layout/LinedList"/>
    <dgm:cxn modelId="{DD2776C5-66C8-4415-B494-54D3F88AA270}" srcId="{8230AC36-0AE0-4860-9C17-E37DDB8B76B3}" destId="{1017C42B-819C-4978-9B10-4A69AF027DE6}" srcOrd="2" destOrd="0" parTransId="{339F05A8-3BDB-48A3-B77F-23CC6DC7D081}" sibTransId="{0B428C23-C3AF-4281-A9EB-DCBD4001A029}"/>
    <dgm:cxn modelId="{493D53E5-F646-48AD-941A-3BE30935E0BC}" type="presOf" srcId="{8CA6E87D-BD74-4F81-BF41-30FDE9DCFEBE}" destId="{0341F8A0-98C2-409A-BBC5-40F469839831}" srcOrd="0" destOrd="0" presId="urn:microsoft.com/office/officeart/2008/layout/LinedList"/>
    <dgm:cxn modelId="{1DD88CFA-1821-455C-964A-BAA751F2482D}" type="presOf" srcId="{3861B552-A77A-465D-835D-5EC3292B4E8A}" destId="{949D1830-F987-4E47-92B7-1D8CA4FFC79F}" srcOrd="0" destOrd="0" presId="urn:microsoft.com/office/officeart/2008/layout/LinedList"/>
    <dgm:cxn modelId="{CFFEF4BD-7B24-4268-9DCF-0FB77C274A86}" type="presParOf" srcId="{5E7C091D-755D-46B3-87C1-B3AD839AE7EA}" destId="{181ED480-50D9-4A2A-8054-89FBC6E182DB}" srcOrd="0" destOrd="0" presId="urn:microsoft.com/office/officeart/2008/layout/LinedList"/>
    <dgm:cxn modelId="{09F4EBE5-9437-44D5-AE93-EA963AF26C98}" type="presParOf" srcId="{5E7C091D-755D-46B3-87C1-B3AD839AE7EA}" destId="{B004B6FF-236F-457B-9874-32CEFCD31F0E}" srcOrd="1" destOrd="0" presId="urn:microsoft.com/office/officeart/2008/layout/LinedList"/>
    <dgm:cxn modelId="{FA6CAE86-1D9F-4F45-9E5F-54EC8F584791}" type="presParOf" srcId="{B004B6FF-236F-457B-9874-32CEFCD31F0E}" destId="{158ED914-DD2B-44B7-8B26-91D5DCE175A0}" srcOrd="0" destOrd="0" presId="urn:microsoft.com/office/officeart/2008/layout/LinedList"/>
    <dgm:cxn modelId="{34B4EDF3-9AF2-4441-9CF6-576B3D1D98E9}" type="presParOf" srcId="{B004B6FF-236F-457B-9874-32CEFCD31F0E}" destId="{5E49DA16-0673-4CA1-A8F8-6D18CEEF8F9A}" srcOrd="1" destOrd="0" presId="urn:microsoft.com/office/officeart/2008/layout/LinedList"/>
    <dgm:cxn modelId="{47BD1165-1BF4-4F27-9F55-A297C89C70D4}" type="presParOf" srcId="{5E7C091D-755D-46B3-87C1-B3AD839AE7EA}" destId="{FC3AFECB-9F1C-4797-9538-7AEDEFC37599}" srcOrd="2" destOrd="0" presId="urn:microsoft.com/office/officeart/2008/layout/LinedList"/>
    <dgm:cxn modelId="{973F8A78-6298-44C0-BFBE-6396BC20EF3C}" type="presParOf" srcId="{5E7C091D-755D-46B3-87C1-B3AD839AE7EA}" destId="{E2C9870E-9CF6-4EB1-8B2E-77A4B3260578}" srcOrd="3" destOrd="0" presId="urn:microsoft.com/office/officeart/2008/layout/LinedList"/>
    <dgm:cxn modelId="{F52F2CAA-4E9A-4CC1-90CA-41944359CC5A}" type="presParOf" srcId="{E2C9870E-9CF6-4EB1-8B2E-77A4B3260578}" destId="{2FF51CBD-976F-40BE-8BEC-75844CE5F25F}" srcOrd="0" destOrd="0" presId="urn:microsoft.com/office/officeart/2008/layout/LinedList"/>
    <dgm:cxn modelId="{E6546E4C-B4D2-493A-AD05-D79053809733}" type="presParOf" srcId="{E2C9870E-9CF6-4EB1-8B2E-77A4B3260578}" destId="{17188062-4B4E-418B-9C22-0A4125F007CA}" srcOrd="1" destOrd="0" presId="urn:microsoft.com/office/officeart/2008/layout/LinedList"/>
    <dgm:cxn modelId="{70EA48AB-CD74-445C-BDA7-983531D2F81E}" type="presParOf" srcId="{5E7C091D-755D-46B3-87C1-B3AD839AE7EA}" destId="{405D4EC0-935C-4C6A-BCED-0C7E258607A9}" srcOrd="4" destOrd="0" presId="urn:microsoft.com/office/officeart/2008/layout/LinedList"/>
    <dgm:cxn modelId="{8F3B81BE-830B-4A53-A20C-83D27CA1B580}" type="presParOf" srcId="{5E7C091D-755D-46B3-87C1-B3AD839AE7EA}" destId="{54EDB5FF-A4C6-4068-8425-FAC496D6D91E}" srcOrd="5" destOrd="0" presId="urn:microsoft.com/office/officeart/2008/layout/LinedList"/>
    <dgm:cxn modelId="{223BE9F5-E4FC-4BAF-84A2-855B8A4AD910}" type="presParOf" srcId="{54EDB5FF-A4C6-4068-8425-FAC496D6D91E}" destId="{758B29E9-D3A7-46BA-8C7E-010095AFDC05}" srcOrd="0" destOrd="0" presId="urn:microsoft.com/office/officeart/2008/layout/LinedList"/>
    <dgm:cxn modelId="{27506935-1E01-4C1A-BD51-7C2F31CE7E2D}" type="presParOf" srcId="{54EDB5FF-A4C6-4068-8425-FAC496D6D91E}" destId="{C8A8AD4C-437F-49FF-A25B-675978E9BB94}" srcOrd="1" destOrd="0" presId="urn:microsoft.com/office/officeart/2008/layout/LinedList"/>
    <dgm:cxn modelId="{396CBA2F-5017-427C-B4A4-C545ECF41E88}" type="presParOf" srcId="{5E7C091D-755D-46B3-87C1-B3AD839AE7EA}" destId="{9271E999-8FC8-49F4-8B27-3CC8ED878FF1}" srcOrd="6" destOrd="0" presId="urn:microsoft.com/office/officeart/2008/layout/LinedList"/>
    <dgm:cxn modelId="{0976D592-B5A9-4063-8F8E-3FD955A9A7DE}" type="presParOf" srcId="{5E7C091D-755D-46B3-87C1-B3AD839AE7EA}" destId="{A68BA557-00DC-4566-BABE-CDEB5087510D}" srcOrd="7" destOrd="0" presId="urn:microsoft.com/office/officeart/2008/layout/LinedList"/>
    <dgm:cxn modelId="{590D5B37-DA5F-4726-9AA0-A8CF9FE819B2}" type="presParOf" srcId="{A68BA557-00DC-4566-BABE-CDEB5087510D}" destId="{A085A61E-80FD-44AE-AA11-0FCFA1B6396E}" srcOrd="0" destOrd="0" presId="urn:microsoft.com/office/officeart/2008/layout/LinedList"/>
    <dgm:cxn modelId="{71EF6A9C-037A-4CCB-898F-BA703CCFEE4E}" type="presParOf" srcId="{A68BA557-00DC-4566-BABE-CDEB5087510D}" destId="{F59E7080-8CF5-45AA-A4CB-29CABFDEFC69}" srcOrd="1" destOrd="0" presId="urn:microsoft.com/office/officeart/2008/layout/LinedList"/>
    <dgm:cxn modelId="{386FE72B-B004-49C2-B3AF-32BC0EC768B8}" type="presParOf" srcId="{5E7C091D-755D-46B3-87C1-B3AD839AE7EA}" destId="{787CF82B-8C2C-4FA1-88E8-08B79B1D3D2F}" srcOrd="8" destOrd="0" presId="urn:microsoft.com/office/officeart/2008/layout/LinedList"/>
    <dgm:cxn modelId="{2802B68C-BCE8-41B9-8780-95E09DC489B0}" type="presParOf" srcId="{5E7C091D-755D-46B3-87C1-B3AD839AE7EA}" destId="{661B4579-7BAC-4D5D-9ECB-28B2EA8FE178}" srcOrd="9" destOrd="0" presId="urn:microsoft.com/office/officeart/2008/layout/LinedList"/>
    <dgm:cxn modelId="{B7B0A913-9725-4392-AFA3-E2A61CC95580}" type="presParOf" srcId="{661B4579-7BAC-4D5D-9ECB-28B2EA8FE178}" destId="{CFD91200-5FE1-4CB7-8049-E40FAB064CE4}" srcOrd="0" destOrd="0" presId="urn:microsoft.com/office/officeart/2008/layout/LinedList"/>
    <dgm:cxn modelId="{2E6635C6-2F7E-4141-9275-9741A63C7A91}" type="presParOf" srcId="{661B4579-7BAC-4D5D-9ECB-28B2EA8FE178}" destId="{EE56CCD6-2BC7-4EB9-B5DF-FE40B0A30B95}" srcOrd="1" destOrd="0" presId="urn:microsoft.com/office/officeart/2008/layout/LinedList"/>
    <dgm:cxn modelId="{23A4EEA2-53A8-4FD5-9A97-05F36E3B323F}" type="presParOf" srcId="{5E7C091D-755D-46B3-87C1-B3AD839AE7EA}" destId="{C41B4292-CE70-4651-876E-D9A12FC5F3F9}" srcOrd="10" destOrd="0" presId="urn:microsoft.com/office/officeart/2008/layout/LinedList"/>
    <dgm:cxn modelId="{B9E266CA-3318-4010-8ED7-84FA60A4410D}" type="presParOf" srcId="{5E7C091D-755D-46B3-87C1-B3AD839AE7EA}" destId="{EDE2D207-960E-481B-AEFD-AE0EE73BEEFF}" srcOrd="11" destOrd="0" presId="urn:microsoft.com/office/officeart/2008/layout/LinedList"/>
    <dgm:cxn modelId="{B4AE9744-D5AF-4A21-A89E-868BE0E06C31}" type="presParOf" srcId="{EDE2D207-960E-481B-AEFD-AE0EE73BEEFF}" destId="{FEDFDE85-E523-4A43-87D6-667C5DEFE476}" srcOrd="0" destOrd="0" presId="urn:microsoft.com/office/officeart/2008/layout/LinedList"/>
    <dgm:cxn modelId="{73901BB4-EAB6-4B78-88CF-2D5D3935F116}" type="presParOf" srcId="{EDE2D207-960E-481B-AEFD-AE0EE73BEEFF}" destId="{46D1D1F3-A191-453D-A364-C9E2FD912B01}" srcOrd="1" destOrd="0" presId="urn:microsoft.com/office/officeart/2008/layout/LinedList"/>
    <dgm:cxn modelId="{1F2ABB0D-EB00-41BC-A916-648B4336E5AB}" type="presParOf" srcId="{5E7C091D-755D-46B3-87C1-B3AD839AE7EA}" destId="{00798156-2474-49FB-9883-C5B845B059EA}" srcOrd="12" destOrd="0" presId="urn:microsoft.com/office/officeart/2008/layout/LinedList"/>
    <dgm:cxn modelId="{EB9147D2-3232-4379-9897-F70ADE79C082}" type="presParOf" srcId="{5E7C091D-755D-46B3-87C1-B3AD839AE7EA}" destId="{3908070F-9A49-4D75-BFDE-BB59B888F684}" srcOrd="13" destOrd="0" presId="urn:microsoft.com/office/officeart/2008/layout/LinedList"/>
    <dgm:cxn modelId="{238DC003-C35D-42FB-A19A-9B094F237367}" type="presParOf" srcId="{3908070F-9A49-4D75-BFDE-BB59B888F684}" destId="{949D1830-F987-4E47-92B7-1D8CA4FFC79F}" srcOrd="0" destOrd="0" presId="urn:microsoft.com/office/officeart/2008/layout/LinedList"/>
    <dgm:cxn modelId="{7A9AA699-F250-4979-81C8-2B4B805A1267}" type="presParOf" srcId="{3908070F-9A49-4D75-BFDE-BB59B888F684}" destId="{F06565A6-3EA3-49F7-A6EF-9910B860A792}" srcOrd="1" destOrd="0" presId="urn:microsoft.com/office/officeart/2008/layout/LinedList"/>
    <dgm:cxn modelId="{7622C28B-EF60-458E-AAE4-0C35E6BA6A07}" type="presParOf" srcId="{5E7C091D-755D-46B3-87C1-B3AD839AE7EA}" destId="{156CCDF8-4EEB-43B3-B557-B66AFA84544E}" srcOrd="14" destOrd="0" presId="urn:microsoft.com/office/officeart/2008/layout/LinedList"/>
    <dgm:cxn modelId="{D2748EDE-1A9D-42C9-90A0-4D43EDFB8EBB}" type="presParOf" srcId="{5E7C091D-755D-46B3-87C1-B3AD839AE7EA}" destId="{32C42C35-E3CB-45F6-B0E2-E43C85DE1EA8}" srcOrd="15" destOrd="0" presId="urn:microsoft.com/office/officeart/2008/layout/LinedList"/>
    <dgm:cxn modelId="{BE7D3A5F-D713-491D-A0B5-6B259D23657F}" type="presParOf" srcId="{32C42C35-E3CB-45F6-B0E2-E43C85DE1EA8}" destId="{0341F8A0-98C2-409A-BBC5-40F469839831}" srcOrd="0" destOrd="0" presId="urn:microsoft.com/office/officeart/2008/layout/LinedList"/>
    <dgm:cxn modelId="{F70A616E-4232-4EC6-A9DE-E6B7F1EA42BA}" type="presParOf" srcId="{32C42C35-E3CB-45F6-B0E2-E43C85DE1EA8}" destId="{2BE4E570-64A5-4326-A98D-D204599A10A4}" srcOrd="1" destOrd="0" presId="urn:microsoft.com/office/officeart/2008/layout/LinedList"/>
    <dgm:cxn modelId="{160A51DC-FBE2-486F-8453-FDDA167B8003}" type="presParOf" srcId="{5E7C091D-755D-46B3-87C1-B3AD839AE7EA}" destId="{6DE07A04-961B-4E20-A141-D0BA6A439632}" srcOrd="16" destOrd="0" presId="urn:microsoft.com/office/officeart/2008/layout/LinedList"/>
    <dgm:cxn modelId="{EA55913F-591D-4BA7-9DF4-FA5C5FE6E6AA}" type="presParOf" srcId="{5E7C091D-755D-46B3-87C1-B3AD839AE7EA}" destId="{F995F378-12C9-4D5A-9FD7-85D106D89AE9}" srcOrd="17" destOrd="0" presId="urn:microsoft.com/office/officeart/2008/layout/LinedList"/>
    <dgm:cxn modelId="{FBF63B52-8F5C-4F64-90B5-8891F3591CA1}" type="presParOf" srcId="{F995F378-12C9-4D5A-9FD7-85D106D89AE9}" destId="{D8AF9B8B-0DD4-4662-A9C7-4C21D18444DC}" srcOrd="0" destOrd="0" presId="urn:microsoft.com/office/officeart/2008/layout/LinedList"/>
    <dgm:cxn modelId="{F1389E67-2F5C-4355-80EE-CDC9F228A2DB}" type="presParOf" srcId="{F995F378-12C9-4D5A-9FD7-85D106D89AE9}" destId="{6ABF0770-4A09-4CD4-BE03-E66CE486E5C9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B16CBF2D-2851-4157-92E4-F89C1CA5DAB9}" type="doc">
      <dgm:prSet loTypeId="urn:microsoft.com/office/officeart/2008/layout/LinedList" loCatId="list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612EA0D8-87B8-4872-8C43-CA9F9ED8D542}">
      <dgm:prSet/>
      <dgm:spPr/>
      <dgm:t>
        <a:bodyPr/>
        <a:lstStyle/>
        <a:p>
          <a:r>
            <a:rPr lang="en-US" b="1"/>
            <a:t>Content for this slide:</a:t>
          </a:r>
          <a:endParaRPr lang="en-US"/>
        </a:p>
      </dgm:t>
    </dgm:pt>
    <dgm:pt modelId="{17C0E718-0182-49C8-ABD9-FEBA5C9624B7}" type="parTrans" cxnId="{E52267E5-F897-4893-AA5F-4F2076121423}">
      <dgm:prSet/>
      <dgm:spPr/>
      <dgm:t>
        <a:bodyPr/>
        <a:lstStyle/>
        <a:p>
          <a:endParaRPr lang="en-US"/>
        </a:p>
      </dgm:t>
    </dgm:pt>
    <dgm:pt modelId="{9C98AAA3-CF8A-4962-AD05-FAA6D541E2E8}" type="sibTrans" cxnId="{E52267E5-F897-4893-AA5F-4F2076121423}">
      <dgm:prSet/>
      <dgm:spPr/>
      <dgm:t>
        <a:bodyPr/>
        <a:lstStyle/>
        <a:p>
          <a:endParaRPr lang="en-US"/>
        </a:p>
      </dgm:t>
    </dgm:pt>
    <dgm:pt modelId="{1AFBAE4E-A206-4725-B25F-E203701D48B5}">
      <dgm:prSet/>
      <dgm:spPr/>
      <dgm:t>
        <a:bodyPr/>
        <a:lstStyle/>
        <a:p>
          <a:r>
            <a:rPr lang="en-US"/>
            <a:t>🚚 Shipping modes (Standard, Second Class, First Class, Same Day)</a:t>
          </a:r>
        </a:p>
      </dgm:t>
    </dgm:pt>
    <dgm:pt modelId="{CA013A9B-90C0-4756-B414-2DB18EF33D5B}" type="parTrans" cxnId="{5D83E332-F3FB-4711-89EE-5E1124F9C4F3}">
      <dgm:prSet/>
      <dgm:spPr/>
      <dgm:t>
        <a:bodyPr/>
        <a:lstStyle/>
        <a:p>
          <a:endParaRPr lang="en-US"/>
        </a:p>
      </dgm:t>
    </dgm:pt>
    <dgm:pt modelId="{8816A94C-EA11-473D-B9A7-8200E1A223A2}" type="sibTrans" cxnId="{5D83E332-F3FB-4711-89EE-5E1124F9C4F3}">
      <dgm:prSet/>
      <dgm:spPr/>
      <dgm:t>
        <a:bodyPr/>
        <a:lstStyle/>
        <a:p>
          <a:endParaRPr lang="en-US"/>
        </a:p>
      </dgm:t>
    </dgm:pt>
    <dgm:pt modelId="{7A451F22-D233-4CA8-BB85-098297387EDA}">
      <dgm:prSet/>
      <dgm:spPr/>
      <dgm:t>
        <a:bodyPr/>
        <a:lstStyle/>
        <a:p>
          <a:r>
            <a:rPr lang="en-US"/>
            <a:t>⏱ Average shipment duration by mode</a:t>
          </a:r>
        </a:p>
      </dgm:t>
    </dgm:pt>
    <dgm:pt modelId="{C7E0850C-92A6-4D0E-94CA-E3DF8FA89DB5}" type="parTrans" cxnId="{E4A1D4D5-01AA-4FF2-9FF2-B8C543AF13BA}">
      <dgm:prSet/>
      <dgm:spPr/>
      <dgm:t>
        <a:bodyPr/>
        <a:lstStyle/>
        <a:p>
          <a:endParaRPr lang="en-US"/>
        </a:p>
      </dgm:t>
    </dgm:pt>
    <dgm:pt modelId="{E018EC5D-993C-4BCD-9038-01657C568546}" type="sibTrans" cxnId="{E4A1D4D5-01AA-4FF2-9FF2-B8C543AF13BA}">
      <dgm:prSet/>
      <dgm:spPr/>
      <dgm:t>
        <a:bodyPr/>
        <a:lstStyle/>
        <a:p>
          <a:endParaRPr lang="en-US"/>
        </a:p>
      </dgm:t>
    </dgm:pt>
    <dgm:pt modelId="{0224DD5D-D3EE-417E-96FB-74682B988D62}">
      <dgm:prSet/>
      <dgm:spPr/>
      <dgm:t>
        <a:bodyPr/>
        <a:lstStyle/>
        <a:p>
          <a:r>
            <a:rPr lang="en-US"/>
            <a:t>📦 Relationship between shipment duration and sales value</a:t>
          </a:r>
        </a:p>
      </dgm:t>
    </dgm:pt>
    <dgm:pt modelId="{12B1C6FC-A6B9-4374-8FF6-FC31BE2C7469}" type="parTrans" cxnId="{F3D5DE1B-3AA7-4DA2-BD4A-69672C72BA1F}">
      <dgm:prSet/>
      <dgm:spPr/>
      <dgm:t>
        <a:bodyPr/>
        <a:lstStyle/>
        <a:p>
          <a:endParaRPr lang="en-US"/>
        </a:p>
      </dgm:t>
    </dgm:pt>
    <dgm:pt modelId="{987C5BB3-8BB6-456A-9B10-E830875DE5F4}" type="sibTrans" cxnId="{F3D5DE1B-3AA7-4DA2-BD4A-69672C72BA1F}">
      <dgm:prSet/>
      <dgm:spPr/>
      <dgm:t>
        <a:bodyPr/>
        <a:lstStyle/>
        <a:p>
          <a:endParaRPr lang="en-US"/>
        </a:p>
      </dgm:t>
    </dgm:pt>
    <dgm:pt modelId="{85E717F7-D064-4353-8886-533FBA6551CA}">
      <dgm:prSet/>
      <dgm:spPr/>
      <dgm:t>
        <a:bodyPr/>
        <a:lstStyle/>
        <a:p>
          <a:r>
            <a:rPr lang="en-US"/>
            <a:t>🧾 Cost efficiency of different shipping methods</a:t>
          </a:r>
        </a:p>
      </dgm:t>
    </dgm:pt>
    <dgm:pt modelId="{2BF02198-8D19-4549-AFBF-EDB85C0E0266}" type="parTrans" cxnId="{2423CA78-919A-4D59-BFBF-1F018DC454C4}">
      <dgm:prSet/>
      <dgm:spPr/>
      <dgm:t>
        <a:bodyPr/>
        <a:lstStyle/>
        <a:p>
          <a:endParaRPr lang="en-US"/>
        </a:p>
      </dgm:t>
    </dgm:pt>
    <dgm:pt modelId="{32B972D8-66C6-41F3-A0AB-DEB9772004F3}" type="sibTrans" cxnId="{2423CA78-919A-4D59-BFBF-1F018DC454C4}">
      <dgm:prSet/>
      <dgm:spPr/>
      <dgm:t>
        <a:bodyPr/>
        <a:lstStyle/>
        <a:p>
          <a:endParaRPr lang="en-US"/>
        </a:p>
      </dgm:t>
    </dgm:pt>
    <dgm:pt modelId="{0095A686-8624-4FC6-9F0A-F99F6DB3FC4A}">
      <dgm:prSet/>
      <dgm:spPr/>
      <dgm:t>
        <a:bodyPr/>
        <a:lstStyle/>
        <a:p>
          <a:r>
            <a:rPr lang="en-US" b="1"/>
            <a:t>Charts to Include:</a:t>
          </a:r>
          <a:endParaRPr lang="en-US"/>
        </a:p>
      </dgm:t>
    </dgm:pt>
    <dgm:pt modelId="{8294C75D-247C-4A41-910B-888DFC3260B4}" type="parTrans" cxnId="{C2E39DC3-799E-4F90-A595-1DAF16B7F1D5}">
      <dgm:prSet/>
      <dgm:spPr/>
      <dgm:t>
        <a:bodyPr/>
        <a:lstStyle/>
        <a:p>
          <a:endParaRPr lang="en-US"/>
        </a:p>
      </dgm:t>
    </dgm:pt>
    <dgm:pt modelId="{C881F6CF-344F-4FD9-865F-B1FA70501B98}" type="sibTrans" cxnId="{C2E39DC3-799E-4F90-A595-1DAF16B7F1D5}">
      <dgm:prSet/>
      <dgm:spPr/>
      <dgm:t>
        <a:bodyPr/>
        <a:lstStyle/>
        <a:p>
          <a:endParaRPr lang="en-US"/>
        </a:p>
      </dgm:t>
    </dgm:pt>
    <dgm:pt modelId="{C3AE3E69-594B-4A42-95C2-D702062C1383}">
      <dgm:prSet/>
      <dgm:spPr/>
      <dgm:t>
        <a:bodyPr/>
        <a:lstStyle/>
        <a:p>
          <a:r>
            <a:rPr lang="en-US"/>
            <a:t>Bar chart: Shipment duration by mode</a:t>
          </a:r>
        </a:p>
      </dgm:t>
    </dgm:pt>
    <dgm:pt modelId="{86949C94-68D9-4781-ABDB-F68AE099AB40}" type="parTrans" cxnId="{346B0860-3F21-4913-BE6B-0971BB8E35CB}">
      <dgm:prSet/>
      <dgm:spPr/>
      <dgm:t>
        <a:bodyPr/>
        <a:lstStyle/>
        <a:p>
          <a:endParaRPr lang="en-US"/>
        </a:p>
      </dgm:t>
    </dgm:pt>
    <dgm:pt modelId="{EAC2337C-250B-4A42-B254-36D18BFC9487}" type="sibTrans" cxnId="{346B0860-3F21-4913-BE6B-0971BB8E35CB}">
      <dgm:prSet/>
      <dgm:spPr/>
      <dgm:t>
        <a:bodyPr/>
        <a:lstStyle/>
        <a:p>
          <a:endParaRPr lang="en-US"/>
        </a:p>
      </dgm:t>
    </dgm:pt>
    <dgm:pt modelId="{ECB62A6C-D471-45E3-8FAC-33CF42A8CC1C}">
      <dgm:prSet/>
      <dgm:spPr/>
      <dgm:t>
        <a:bodyPr/>
        <a:lstStyle/>
        <a:p>
          <a:r>
            <a:rPr lang="en-US"/>
            <a:t>Line chart: Delivery times trend</a:t>
          </a:r>
        </a:p>
      </dgm:t>
    </dgm:pt>
    <dgm:pt modelId="{3D442051-97C3-4DCA-8560-2A0E40A513D9}" type="parTrans" cxnId="{321D71B5-E7A2-401C-BFFD-35AB776AFE32}">
      <dgm:prSet/>
      <dgm:spPr/>
      <dgm:t>
        <a:bodyPr/>
        <a:lstStyle/>
        <a:p>
          <a:endParaRPr lang="en-US"/>
        </a:p>
      </dgm:t>
    </dgm:pt>
    <dgm:pt modelId="{5D242F8F-F6C4-4025-A165-7F52A1508D6E}" type="sibTrans" cxnId="{321D71B5-E7A2-401C-BFFD-35AB776AFE32}">
      <dgm:prSet/>
      <dgm:spPr/>
      <dgm:t>
        <a:bodyPr/>
        <a:lstStyle/>
        <a:p>
          <a:endParaRPr lang="en-US"/>
        </a:p>
      </dgm:t>
    </dgm:pt>
    <dgm:pt modelId="{B300E6B4-8CCF-447C-8F83-AD38DD833179}" type="pres">
      <dgm:prSet presAssocID="{B16CBF2D-2851-4157-92E4-F89C1CA5DAB9}" presName="vert0" presStyleCnt="0">
        <dgm:presLayoutVars>
          <dgm:dir/>
          <dgm:animOne val="branch"/>
          <dgm:animLvl val="lvl"/>
        </dgm:presLayoutVars>
      </dgm:prSet>
      <dgm:spPr/>
    </dgm:pt>
    <dgm:pt modelId="{ED79B4AC-04C1-4F4B-A60B-BE2B95E9DE0E}" type="pres">
      <dgm:prSet presAssocID="{612EA0D8-87B8-4872-8C43-CA9F9ED8D542}" presName="thickLine" presStyleLbl="alignNode1" presStyleIdx="0" presStyleCnt="8"/>
      <dgm:spPr/>
    </dgm:pt>
    <dgm:pt modelId="{D9531809-BC77-450E-9E49-8DFAD7E06CD3}" type="pres">
      <dgm:prSet presAssocID="{612EA0D8-87B8-4872-8C43-CA9F9ED8D542}" presName="horz1" presStyleCnt="0"/>
      <dgm:spPr/>
    </dgm:pt>
    <dgm:pt modelId="{AE7C8CB1-6102-493B-835A-3E0FFFB1377F}" type="pres">
      <dgm:prSet presAssocID="{612EA0D8-87B8-4872-8C43-CA9F9ED8D542}" presName="tx1" presStyleLbl="revTx" presStyleIdx="0" presStyleCnt="8"/>
      <dgm:spPr/>
    </dgm:pt>
    <dgm:pt modelId="{2482C3E2-DB2F-4A26-BDE1-4F40D80ED5C2}" type="pres">
      <dgm:prSet presAssocID="{612EA0D8-87B8-4872-8C43-CA9F9ED8D542}" presName="vert1" presStyleCnt="0"/>
      <dgm:spPr/>
    </dgm:pt>
    <dgm:pt modelId="{A01948D3-B04D-409F-9638-476B2D598E10}" type="pres">
      <dgm:prSet presAssocID="{1AFBAE4E-A206-4725-B25F-E203701D48B5}" presName="thickLine" presStyleLbl="alignNode1" presStyleIdx="1" presStyleCnt="8"/>
      <dgm:spPr/>
    </dgm:pt>
    <dgm:pt modelId="{525BD5FC-C9C1-4692-AE44-44F8136E83E2}" type="pres">
      <dgm:prSet presAssocID="{1AFBAE4E-A206-4725-B25F-E203701D48B5}" presName="horz1" presStyleCnt="0"/>
      <dgm:spPr/>
    </dgm:pt>
    <dgm:pt modelId="{794FF563-247F-481B-A034-835A564C6BF3}" type="pres">
      <dgm:prSet presAssocID="{1AFBAE4E-A206-4725-B25F-E203701D48B5}" presName="tx1" presStyleLbl="revTx" presStyleIdx="1" presStyleCnt="8"/>
      <dgm:spPr/>
    </dgm:pt>
    <dgm:pt modelId="{3850A27F-0CFC-4EC9-89B6-73F17FA956DD}" type="pres">
      <dgm:prSet presAssocID="{1AFBAE4E-A206-4725-B25F-E203701D48B5}" presName="vert1" presStyleCnt="0"/>
      <dgm:spPr/>
    </dgm:pt>
    <dgm:pt modelId="{E096BF3E-A795-4594-89DC-0A9FED41E8F9}" type="pres">
      <dgm:prSet presAssocID="{7A451F22-D233-4CA8-BB85-098297387EDA}" presName="thickLine" presStyleLbl="alignNode1" presStyleIdx="2" presStyleCnt="8"/>
      <dgm:spPr/>
    </dgm:pt>
    <dgm:pt modelId="{A5DD7B83-040E-445A-B10B-CE2D62C1EC1B}" type="pres">
      <dgm:prSet presAssocID="{7A451F22-D233-4CA8-BB85-098297387EDA}" presName="horz1" presStyleCnt="0"/>
      <dgm:spPr/>
    </dgm:pt>
    <dgm:pt modelId="{5BB4B70A-4DDC-44E1-8D50-0B677E051BF8}" type="pres">
      <dgm:prSet presAssocID="{7A451F22-D233-4CA8-BB85-098297387EDA}" presName="tx1" presStyleLbl="revTx" presStyleIdx="2" presStyleCnt="8"/>
      <dgm:spPr/>
    </dgm:pt>
    <dgm:pt modelId="{99A31C72-B05E-40DA-BC2D-5A86AB9A3B45}" type="pres">
      <dgm:prSet presAssocID="{7A451F22-D233-4CA8-BB85-098297387EDA}" presName="vert1" presStyleCnt="0"/>
      <dgm:spPr/>
    </dgm:pt>
    <dgm:pt modelId="{BB75D796-1321-49DD-89D3-C372F7B2FF39}" type="pres">
      <dgm:prSet presAssocID="{0224DD5D-D3EE-417E-96FB-74682B988D62}" presName="thickLine" presStyleLbl="alignNode1" presStyleIdx="3" presStyleCnt="8"/>
      <dgm:spPr/>
    </dgm:pt>
    <dgm:pt modelId="{940CF867-27AF-43BF-A38F-CF50521A285D}" type="pres">
      <dgm:prSet presAssocID="{0224DD5D-D3EE-417E-96FB-74682B988D62}" presName="horz1" presStyleCnt="0"/>
      <dgm:spPr/>
    </dgm:pt>
    <dgm:pt modelId="{10E00353-DE6E-49B3-84CE-234FACC0EB26}" type="pres">
      <dgm:prSet presAssocID="{0224DD5D-D3EE-417E-96FB-74682B988D62}" presName="tx1" presStyleLbl="revTx" presStyleIdx="3" presStyleCnt="8"/>
      <dgm:spPr/>
    </dgm:pt>
    <dgm:pt modelId="{27985D13-3408-447A-B854-F418CA0A9A5D}" type="pres">
      <dgm:prSet presAssocID="{0224DD5D-D3EE-417E-96FB-74682B988D62}" presName="vert1" presStyleCnt="0"/>
      <dgm:spPr/>
    </dgm:pt>
    <dgm:pt modelId="{DBF6CFB7-3433-44DA-83F9-A9C0528A90AC}" type="pres">
      <dgm:prSet presAssocID="{85E717F7-D064-4353-8886-533FBA6551CA}" presName="thickLine" presStyleLbl="alignNode1" presStyleIdx="4" presStyleCnt="8"/>
      <dgm:spPr/>
    </dgm:pt>
    <dgm:pt modelId="{2C06F478-7E61-4BF5-8B5C-9753AD387219}" type="pres">
      <dgm:prSet presAssocID="{85E717F7-D064-4353-8886-533FBA6551CA}" presName="horz1" presStyleCnt="0"/>
      <dgm:spPr/>
    </dgm:pt>
    <dgm:pt modelId="{96C63296-1326-4FE9-8D8C-467C06F62797}" type="pres">
      <dgm:prSet presAssocID="{85E717F7-D064-4353-8886-533FBA6551CA}" presName="tx1" presStyleLbl="revTx" presStyleIdx="4" presStyleCnt="8"/>
      <dgm:spPr/>
    </dgm:pt>
    <dgm:pt modelId="{9457FAEA-10B2-4846-B151-1A4056F01580}" type="pres">
      <dgm:prSet presAssocID="{85E717F7-D064-4353-8886-533FBA6551CA}" presName="vert1" presStyleCnt="0"/>
      <dgm:spPr/>
    </dgm:pt>
    <dgm:pt modelId="{50095F5B-600D-4788-A51E-07D344A8E880}" type="pres">
      <dgm:prSet presAssocID="{0095A686-8624-4FC6-9F0A-F99F6DB3FC4A}" presName="thickLine" presStyleLbl="alignNode1" presStyleIdx="5" presStyleCnt="8"/>
      <dgm:spPr/>
    </dgm:pt>
    <dgm:pt modelId="{AB71D5AD-6302-4AE9-8C0A-3EE163577189}" type="pres">
      <dgm:prSet presAssocID="{0095A686-8624-4FC6-9F0A-F99F6DB3FC4A}" presName="horz1" presStyleCnt="0"/>
      <dgm:spPr/>
    </dgm:pt>
    <dgm:pt modelId="{EB3B40F5-DCF4-4419-9CB0-5C1F7B9F9CA6}" type="pres">
      <dgm:prSet presAssocID="{0095A686-8624-4FC6-9F0A-F99F6DB3FC4A}" presName="tx1" presStyleLbl="revTx" presStyleIdx="5" presStyleCnt="8"/>
      <dgm:spPr/>
    </dgm:pt>
    <dgm:pt modelId="{28F7C87F-2983-4B0E-81DF-001169FDBF58}" type="pres">
      <dgm:prSet presAssocID="{0095A686-8624-4FC6-9F0A-F99F6DB3FC4A}" presName="vert1" presStyleCnt="0"/>
      <dgm:spPr/>
    </dgm:pt>
    <dgm:pt modelId="{9C8C13D2-7466-466A-815D-4FF1BCBC15A4}" type="pres">
      <dgm:prSet presAssocID="{C3AE3E69-594B-4A42-95C2-D702062C1383}" presName="thickLine" presStyleLbl="alignNode1" presStyleIdx="6" presStyleCnt="8"/>
      <dgm:spPr/>
    </dgm:pt>
    <dgm:pt modelId="{EDB1427C-D949-4C08-A610-448567916B3F}" type="pres">
      <dgm:prSet presAssocID="{C3AE3E69-594B-4A42-95C2-D702062C1383}" presName="horz1" presStyleCnt="0"/>
      <dgm:spPr/>
    </dgm:pt>
    <dgm:pt modelId="{76EC5285-7826-4585-BF17-F6F332DADFC3}" type="pres">
      <dgm:prSet presAssocID="{C3AE3E69-594B-4A42-95C2-D702062C1383}" presName="tx1" presStyleLbl="revTx" presStyleIdx="6" presStyleCnt="8"/>
      <dgm:spPr/>
    </dgm:pt>
    <dgm:pt modelId="{5A56A15B-DD18-4DCB-B7D0-FF331400C211}" type="pres">
      <dgm:prSet presAssocID="{C3AE3E69-594B-4A42-95C2-D702062C1383}" presName="vert1" presStyleCnt="0"/>
      <dgm:spPr/>
    </dgm:pt>
    <dgm:pt modelId="{FC51850A-8C29-403D-ADC4-1A1864F4F570}" type="pres">
      <dgm:prSet presAssocID="{ECB62A6C-D471-45E3-8FAC-33CF42A8CC1C}" presName="thickLine" presStyleLbl="alignNode1" presStyleIdx="7" presStyleCnt="8"/>
      <dgm:spPr/>
    </dgm:pt>
    <dgm:pt modelId="{E05ABFF7-A26E-422A-973D-D076F13E4203}" type="pres">
      <dgm:prSet presAssocID="{ECB62A6C-D471-45E3-8FAC-33CF42A8CC1C}" presName="horz1" presStyleCnt="0"/>
      <dgm:spPr/>
    </dgm:pt>
    <dgm:pt modelId="{6516E1C1-2021-4EB5-8315-C8E9E4C7A480}" type="pres">
      <dgm:prSet presAssocID="{ECB62A6C-D471-45E3-8FAC-33CF42A8CC1C}" presName="tx1" presStyleLbl="revTx" presStyleIdx="7" presStyleCnt="8"/>
      <dgm:spPr/>
    </dgm:pt>
    <dgm:pt modelId="{44C4A7DE-FAA6-46D6-8E88-A4628A2F6CCE}" type="pres">
      <dgm:prSet presAssocID="{ECB62A6C-D471-45E3-8FAC-33CF42A8CC1C}" presName="vert1" presStyleCnt="0"/>
      <dgm:spPr/>
    </dgm:pt>
  </dgm:ptLst>
  <dgm:cxnLst>
    <dgm:cxn modelId="{288F151A-0777-496C-AE96-140B1A9AEAA4}" type="presOf" srcId="{612EA0D8-87B8-4872-8C43-CA9F9ED8D542}" destId="{AE7C8CB1-6102-493B-835A-3E0FFFB1377F}" srcOrd="0" destOrd="0" presId="urn:microsoft.com/office/officeart/2008/layout/LinedList"/>
    <dgm:cxn modelId="{F3D5DE1B-3AA7-4DA2-BD4A-69672C72BA1F}" srcId="{B16CBF2D-2851-4157-92E4-F89C1CA5DAB9}" destId="{0224DD5D-D3EE-417E-96FB-74682B988D62}" srcOrd="3" destOrd="0" parTransId="{12B1C6FC-A6B9-4374-8FF6-FC31BE2C7469}" sibTransId="{987C5BB3-8BB6-456A-9B10-E830875DE5F4}"/>
    <dgm:cxn modelId="{218BF829-F82E-4D62-87A6-C9E8B01A958B}" type="presOf" srcId="{C3AE3E69-594B-4A42-95C2-D702062C1383}" destId="{76EC5285-7826-4585-BF17-F6F332DADFC3}" srcOrd="0" destOrd="0" presId="urn:microsoft.com/office/officeart/2008/layout/LinedList"/>
    <dgm:cxn modelId="{5D83E332-F3FB-4711-89EE-5E1124F9C4F3}" srcId="{B16CBF2D-2851-4157-92E4-F89C1CA5DAB9}" destId="{1AFBAE4E-A206-4725-B25F-E203701D48B5}" srcOrd="1" destOrd="0" parTransId="{CA013A9B-90C0-4756-B414-2DB18EF33D5B}" sibTransId="{8816A94C-EA11-473D-B9A7-8200E1A223A2}"/>
    <dgm:cxn modelId="{346B0860-3F21-4913-BE6B-0971BB8E35CB}" srcId="{B16CBF2D-2851-4157-92E4-F89C1CA5DAB9}" destId="{C3AE3E69-594B-4A42-95C2-D702062C1383}" srcOrd="6" destOrd="0" parTransId="{86949C94-68D9-4781-ABDB-F68AE099AB40}" sibTransId="{EAC2337C-250B-4A42-B254-36D18BFC9487}"/>
    <dgm:cxn modelId="{4C017660-5823-4368-B59D-7E255132B057}" type="presOf" srcId="{85E717F7-D064-4353-8886-533FBA6551CA}" destId="{96C63296-1326-4FE9-8D8C-467C06F62797}" srcOrd="0" destOrd="0" presId="urn:microsoft.com/office/officeart/2008/layout/LinedList"/>
    <dgm:cxn modelId="{17DD9342-99C1-4CE6-88D1-101995CE680F}" type="presOf" srcId="{7A451F22-D233-4CA8-BB85-098297387EDA}" destId="{5BB4B70A-4DDC-44E1-8D50-0B677E051BF8}" srcOrd="0" destOrd="0" presId="urn:microsoft.com/office/officeart/2008/layout/LinedList"/>
    <dgm:cxn modelId="{E7B0C363-5BC0-405A-B218-FD86779A4F3A}" type="presOf" srcId="{ECB62A6C-D471-45E3-8FAC-33CF42A8CC1C}" destId="{6516E1C1-2021-4EB5-8315-C8E9E4C7A480}" srcOrd="0" destOrd="0" presId="urn:microsoft.com/office/officeart/2008/layout/LinedList"/>
    <dgm:cxn modelId="{2423CA78-919A-4D59-BFBF-1F018DC454C4}" srcId="{B16CBF2D-2851-4157-92E4-F89C1CA5DAB9}" destId="{85E717F7-D064-4353-8886-533FBA6551CA}" srcOrd="4" destOrd="0" parTransId="{2BF02198-8D19-4549-AFBF-EDB85C0E0266}" sibTransId="{32B972D8-66C6-41F3-A0AB-DEB9772004F3}"/>
    <dgm:cxn modelId="{321D71B5-E7A2-401C-BFFD-35AB776AFE32}" srcId="{B16CBF2D-2851-4157-92E4-F89C1CA5DAB9}" destId="{ECB62A6C-D471-45E3-8FAC-33CF42A8CC1C}" srcOrd="7" destOrd="0" parTransId="{3D442051-97C3-4DCA-8560-2A0E40A513D9}" sibTransId="{5D242F8F-F6C4-4025-A165-7F52A1508D6E}"/>
    <dgm:cxn modelId="{A6AA12B8-9254-43D8-BCF3-81D3C41618FB}" type="presOf" srcId="{0095A686-8624-4FC6-9F0A-F99F6DB3FC4A}" destId="{EB3B40F5-DCF4-4419-9CB0-5C1F7B9F9CA6}" srcOrd="0" destOrd="0" presId="urn:microsoft.com/office/officeart/2008/layout/LinedList"/>
    <dgm:cxn modelId="{C2E39DC3-799E-4F90-A595-1DAF16B7F1D5}" srcId="{B16CBF2D-2851-4157-92E4-F89C1CA5DAB9}" destId="{0095A686-8624-4FC6-9F0A-F99F6DB3FC4A}" srcOrd="5" destOrd="0" parTransId="{8294C75D-247C-4A41-910B-888DFC3260B4}" sibTransId="{C881F6CF-344F-4FD9-865F-B1FA70501B98}"/>
    <dgm:cxn modelId="{613C81C7-47DF-4751-9ED1-E861008D790E}" type="presOf" srcId="{0224DD5D-D3EE-417E-96FB-74682B988D62}" destId="{10E00353-DE6E-49B3-84CE-234FACC0EB26}" srcOrd="0" destOrd="0" presId="urn:microsoft.com/office/officeart/2008/layout/LinedList"/>
    <dgm:cxn modelId="{E4A1D4D5-01AA-4FF2-9FF2-B8C543AF13BA}" srcId="{B16CBF2D-2851-4157-92E4-F89C1CA5DAB9}" destId="{7A451F22-D233-4CA8-BB85-098297387EDA}" srcOrd="2" destOrd="0" parTransId="{C7E0850C-92A6-4D0E-94CA-E3DF8FA89DB5}" sibTransId="{E018EC5D-993C-4BCD-9038-01657C568546}"/>
    <dgm:cxn modelId="{9E9828DA-4885-4F76-91F1-2CAD3C93089A}" type="presOf" srcId="{1AFBAE4E-A206-4725-B25F-E203701D48B5}" destId="{794FF563-247F-481B-A034-835A564C6BF3}" srcOrd="0" destOrd="0" presId="urn:microsoft.com/office/officeart/2008/layout/LinedList"/>
    <dgm:cxn modelId="{E52267E5-F897-4893-AA5F-4F2076121423}" srcId="{B16CBF2D-2851-4157-92E4-F89C1CA5DAB9}" destId="{612EA0D8-87B8-4872-8C43-CA9F9ED8D542}" srcOrd="0" destOrd="0" parTransId="{17C0E718-0182-49C8-ABD9-FEBA5C9624B7}" sibTransId="{9C98AAA3-CF8A-4962-AD05-FAA6D541E2E8}"/>
    <dgm:cxn modelId="{2B2F28E7-CF7A-430C-B90E-47FCBEF4E4CF}" type="presOf" srcId="{B16CBF2D-2851-4157-92E4-F89C1CA5DAB9}" destId="{B300E6B4-8CCF-447C-8F83-AD38DD833179}" srcOrd="0" destOrd="0" presId="urn:microsoft.com/office/officeart/2008/layout/LinedList"/>
    <dgm:cxn modelId="{719E129B-C4E4-4166-A2A6-28F9FCDA96CF}" type="presParOf" srcId="{B300E6B4-8CCF-447C-8F83-AD38DD833179}" destId="{ED79B4AC-04C1-4F4B-A60B-BE2B95E9DE0E}" srcOrd="0" destOrd="0" presId="urn:microsoft.com/office/officeart/2008/layout/LinedList"/>
    <dgm:cxn modelId="{0A151DC1-6D6C-4BE8-BA8C-69B4E39446B3}" type="presParOf" srcId="{B300E6B4-8CCF-447C-8F83-AD38DD833179}" destId="{D9531809-BC77-450E-9E49-8DFAD7E06CD3}" srcOrd="1" destOrd="0" presId="urn:microsoft.com/office/officeart/2008/layout/LinedList"/>
    <dgm:cxn modelId="{0176D556-E2E7-4C76-94D7-28B0EA621D98}" type="presParOf" srcId="{D9531809-BC77-450E-9E49-8DFAD7E06CD3}" destId="{AE7C8CB1-6102-493B-835A-3E0FFFB1377F}" srcOrd="0" destOrd="0" presId="urn:microsoft.com/office/officeart/2008/layout/LinedList"/>
    <dgm:cxn modelId="{AAD6A363-7E2C-4AEA-886C-EDA2D5DA8439}" type="presParOf" srcId="{D9531809-BC77-450E-9E49-8DFAD7E06CD3}" destId="{2482C3E2-DB2F-4A26-BDE1-4F40D80ED5C2}" srcOrd="1" destOrd="0" presId="urn:microsoft.com/office/officeart/2008/layout/LinedList"/>
    <dgm:cxn modelId="{5D5AC365-CFFD-421D-BE3A-13265E13E40C}" type="presParOf" srcId="{B300E6B4-8CCF-447C-8F83-AD38DD833179}" destId="{A01948D3-B04D-409F-9638-476B2D598E10}" srcOrd="2" destOrd="0" presId="urn:microsoft.com/office/officeart/2008/layout/LinedList"/>
    <dgm:cxn modelId="{22B16094-02AD-4966-B090-46028AF1949C}" type="presParOf" srcId="{B300E6B4-8CCF-447C-8F83-AD38DD833179}" destId="{525BD5FC-C9C1-4692-AE44-44F8136E83E2}" srcOrd="3" destOrd="0" presId="urn:microsoft.com/office/officeart/2008/layout/LinedList"/>
    <dgm:cxn modelId="{3725FC58-D41E-4818-8489-38783EC0CFEE}" type="presParOf" srcId="{525BD5FC-C9C1-4692-AE44-44F8136E83E2}" destId="{794FF563-247F-481B-A034-835A564C6BF3}" srcOrd="0" destOrd="0" presId="urn:microsoft.com/office/officeart/2008/layout/LinedList"/>
    <dgm:cxn modelId="{2C9E3D09-791A-4205-98A8-2ABC4F8DB751}" type="presParOf" srcId="{525BD5FC-C9C1-4692-AE44-44F8136E83E2}" destId="{3850A27F-0CFC-4EC9-89B6-73F17FA956DD}" srcOrd="1" destOrd="0" presId="urn:microsoft.com/office/officeart/2008/layout/LinedList"/>
    <dgm:cxn modelId="{8AD03237-BA3F-4AA9-B958-A229F1196F4B}" type="presParOf" srcId="{B300E6B4-8CCF-447C-8F83-AD38DD833179}" destId="{E096BF3E-A795-4594-89DC-0A9FED41E8F9}" srcOrd="4" destOrd="0" presId="urn:microsoft.com/office/officeart/2008/layout/LinedList"/>
    <dgm:cxn modelId="{CFEC0C21-DEC5-404B-BE8F-267F753BE185}" type="presParOf" srcId="{B300E6B4-8CCF-447C-8F83-AD38DD833179}" destId="{A5DD7B83-040E-445A-B10B-CE2D62C1EC1B}" srcOrd="5" destOrd="0" presId="urn:microsoft.com/office/officeart/2008/layout/LinedList"/>
    <dgm:cxn modelId="{3932ACDF-47C3-4856-A844-92B0855AE760}" type="presParOf" srcId="{A5DD7B83-040E-445A-B10B-CE2D62C1EC1B}" destId="{5BB4B70A-4DDC-44E1-8D50-0B677E051BF8}" srcOrd="0" destOrd="0" presId="urn:microsoft.com/office/officeart/2008/layout/LinedList"/>
    <dgm:cxn modelId="{EFF8B037-E663-405A-865E-5354DAB51925}" type="presParOf" srcId="{A5DD7B83-040E-445A-B10B-CE2D62C1EC1B}" destId="{99A31C72-B05E-40DA-BC2D-5A86AB9A3B45}" srcOrd="1" destOrd="0" presId="urn:microsoft.com/office/officeart/2008/layout/LinedList"/>
    <dgm:cxn modelId="{C31DF89B-C1D2-4338-A3C9-FBA1BA01942E}" type="presParOf" srcId="{B300E6B4-8CCF-447C-8F83-AD38DD833179}" destId="{BB75D796-1321-49DD-89D3-C372F7B2FF39}" srcOrd="6" destOrd="0" presId="urn:microsoft.com/office/officeart/2008/layout/LinedList"/>
    <dgm:cxn modelId="{BB79648A-D5AC-4015-A527-58B58201A1F8}" type="presParOf" srcId="{B300E6B4-8CCF-447C-8F83-AD38DD833179}" destId="{940CF867-27AF-43BF-A38F-CF50521A285D}" srcOrd="7" destOrd="0" presId="urn:microsoft.com/office/officeart/2008/layout/LinedList"/>
    <dgm:cxn modelId="{FD5F7CD5-25D3-4160-B76D-866721BB1B91}" type="presParOf" srcId="{940CF867-27AF-43BF-A38F-CF50521A285D}" destId="{10E00353-DE6E-49B3-84CE-234FACC0EB26}" srcOrd="0" destOrd="0" presId="urn:microsoft.com/office/officeart/2008/layout/LinedList"/>
    <dgm:cxn modelId="{4B4C5E54-422C-4CB8-B96F-BF7E03AC8F9E}" type="presParOf" srcId="{940CF867-27AF-43BF-A38F-CF50521A285D}" destId="{27985D13-3408-447A-B854-F418CA0A9A5D}" srcOrd="1" destOrd="0" presId="urn:microsoft.com/office/officeart/2008/layout/LinedList"/>
    <dgm:cxn modelId="{B768866B-7BCD-4EB6-99C2-FBF83FB5233D}" type="presParOf" srcId="{B300E6B4-8CCF-447C-8F83-AD38DD833179}" destId="{DBF6CFB7-3433-44DA-83F9-A9C0528A90AC}" srcOrd="8" destOrd="0" presId="urn:microsoft.com/office/officeart/2008/layout/LinedList"/>
    <dgm:cxn modelId="{A9F929E4-22CF-4078-9287-9E226B6A4214}" type="presParOf" srcId="{B300E6B4-8CCF-447C-8F83-AD38DD833179}" destId="{2C06F478-7E61-4BF5-8B5C-9753AD387219}" srcOrd="9" destOrd="0" presId="urn:microsoft.com/office/officeart/2008/layout/LinedList"/>
    <dgm:cxn modelId="{9DB35B9E-676A-4350-89B8-CC12EC5BBB56}" type="presParOf" srcId="{2C06F478-7E61-4BF5-8B5C-9753AD387219}" destId="{96C63296-1326-4FE9-8D8C-467C06F62797}" srcOrd="0" destOrd="0" presId="urn:microsoft.com/office/officeart/2008/layout/LinedList"/>
    <dgm:cxn modelId="{C51BEB6B-ADC5-4AE2-9CAC-FA53BDDC50F8}" type="presParOf" srcId="{2C06F478-7E61-4BF5-8B5C-9753AD387219}" destId="{9457FAEA-10B2-4846-B151-1A4056F01580}" srcOrd="1" destOrd="0" presId="urn:microsoft.com/office/officeart/2008/layout/LinedList"/>
    <dgm:cxn modelId="{45645280-3DD2-4D33-805C-4D7BB94C3E64}" type="presParOf" srcId="{B300E6B4-8CCF-447C-8F83-AD38DD833179}" destId="{50095F5B-600D-4788-A51E-07D344A8E880}" srcOrd="10" destOrd="0" presId="urn:microsoft.com/office/officeart/2008/layout/LinedList"/>
    <dgm:cxn modelId="{F0CFF96E-B5BF-4391-8A27-E16843647966}" type="presParOf" srcId="{B300E6B4-8CCF-447C-8F83-AD38DD833179}" destId="{AB71D5AD-6302-4AE9-8C0A-3EE163577189}" srcOrd="11" destOrd="0" presId="urn:microsoft.com/office/officeart/2008/layout/LinedList"/>
    <dgm:cxn modelId="{8AE474DB-D043-4BEE-A275-91538F1AE44A}" type="presParOf" srcId="{AB71D5AD-6302-4AE9-8C0A-3EE163577189}" destId="{EB3B40F5-DCF4-4419-9CB0-5C1F7B9F9CA6}" srcOrd="0" destOrd="0" presId="urn:microsoft.com/office/officeart/2008/layout/LinedList"/>
    <dgm:cxn modelId="{23798E79-3DE1-49F4-9B70-0E1B6C5D642C}" type="presParOf" srcId="{AB71D5AD-6302-4AE9-8C0A-3EE163577189}" destId="{28F7C87F-2983-4B0E-81DF-001169FDBF58}" srcOrd="1" destOrd="0" presId="urn:microsoft.com/office/officeart/2008/layout/LinedList"/>
    <dgm:cxn modelId="{CEF6A309-B7D5-40FB-9762-3CDA28081E40}" type="presParOf" srcId="{B300E6B4-8CCF-447C-8F83-AD38DD833179}" destId="{9C8C13D2-7466-466A-815D-4FF1BCBC15A4}" srcOrd="12" destOrd="0" presId="urn:microsoft.com/office/officeart/2008/layout/LinedList"/>
    <dgm:cxn modelId="{95EF0872-201D-4014-AF34-4D569BF2DB0B}" type="presParOf" srcId="{B300E6B4-8CCF-447C-8F83-AD38DD833179}" destId="{EDB1427C-D949-4C08-A610-448567916B3F}" srcOrd="13" destOrd="0" presId="urn:microsoft.com/office/officeart/2008/layout/LinedList"/>
    <dgm:cxn modelId="{0B2643CE-8E5D-4A89-987D-E86F7E1875A7}" type="presParOf" srcId="{EDB1427C-D949-4C08-A610-448567916B3F}" destId="{76EC5285-7826-4585-BF17-F6F332DADFC3}" srcOrd="0" destOrd="0" presId="urn:microsoft.com/office/officeart/2008/layout/LinedList"/>
    <dgm:cxn modelId="{F11239A3-1C09-4C5A-8644-DC69F8AE7CDD}" type="presParOf" srcId="{EDB1427C-D949-4C08-A610-448567916B3F}" destId="{5A56A15B-DD18-4DCB-B7D0-FF331400C211}" srcOrd="1" destOrd="0" presId="urn:microsoft.com/office/officeart/2008/layout/LinedList"/>
    <dgm:cxn modelId="{20CC1626-F324-4DA1-9399-D030F95126BB}" type="presParOf" srcId="{B300E6B4-8CCF-447C-8F83-AD38DD833179}" destId="{FC51850A-8C29-403D-ADC4-1A1864F4F570}" srcOrd="14" destOrd="0" presId="urn:microsoft.com/office/officeart/2008/layout/LinedList"/>
    <dgm:cxn modelId="{65FC3257-777F-4CA1-9E05-0625EC8F0A0C}" type="presParOf" srcId="{B300E6B4-8CCF-447C-8F83-AD38DD833179}" destId="{E05ABFF7-A26E-422A-973D-D076F13E4203}" srcOrd="15" destOrd="0" presId="urn:microsoft.com/office/officeart/2008/layout/LinedList"/>
    <dgm:cxn modelId="{56882A2E-332F-49C1-A4ED-11493F5CF98B}" type="presParOf" srcId="{E05ABFF7-A26E-422A-973D-D076F13E4203}" destId="{6516E1C1-2021-4EB5-8315-C8E9E4C7A480}" srcOrd="0" destOrd="0" presId="urn:microsoft.com/office/officeart/2008/layout/LinedList"/>
    <dgm:cxn modelId="{B0BDB334-765E-4064-99C0-E91958F44DB7}" type="presParOf" srcId="{E05ABFF7-A26E-422A-973D-D076F13E4203}" destId="{44C4A7DE-FAA6-46D6-8E88-A4628A2F6CC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8275658A-E2D6-4C58-A803-63027765A2EC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EA9F337E-DF84-4856-AED8-FF6364B253CD}">
      <dgm:prSet/>
      <dgm:spPr/>
      <dgm:t>
        <a:bodyPr/>
        <a:lstStyle/>
        <a:p>
          <a:r>
            <a:rPr lang="en-US" b="1"/>
            <a:t>Content for this slide:</a:t>
          </a:r>
          <a:endParaRPr lang="en-US"/>
        </a:p>
      </dgm:t>
    </dgm:pt>
    <dgm:pt modelId="{04356450-1A61-43ED-9073-5B8213987E08}" type="parTrans" cxnId="{AF1AFDDF-C5C3-46DF-8E2C-9BF32918DF40}">
      <dgm:prSet/>
      <dgm:spPr/>
      <dgm:t>
        <a:bodyPr/>
        <a:lstStyle/>
        <a:p>
          <a:endParaRPr lang="en-US"/>
        </a:p>
      </dgm:t>
    </dgm:pt>
    <dgm:pt modelId="{2C7708E2-02CE-4FB8-AC69-BBCC79540E86}" type="sibTrans" cxnId="{AF1AFDDF-C5C3-46DF-8E2C-9BF32918DF40}">
      <dgm:prSet/>
      <dgm:spPr/>
      <dgm:t>
        <a:bodyPr/>
        <a:lstStyle/>
        <a:p>
          <a:endParaRPr lang="en-US"/>
        </a:p>
      </dgm:t>
    </dgm:pt>
    <dgm:pt modelId="{245AC0E0-4442-4AB2-B113-BF51BDC299B6}">
      <dgm:prSet/>
      <dgm:spPr/>
      <dgm:t>
        <a:bodyPr/>
        <a:lstStyle/>
        <a:p>
          <a:r>
            <a:rPr lang="en-US" dirty="0"/>
            <a:t>🗺️ Regional sales comparison (East, West, Central, South)</a:t>
          </a:r>
        </a:p>
      </dgm:t>
    </dgm:pt>
    <dgm:pt modelId="{B15AE24F-2CF8-4C92-9720-EE1F7CD9FC51}" type="parTrans" cxnId="{F26EA23B-7DC7-4356-B536-FC6A6B4859E6}">
      <dgm:prSet/>
      <dgm:spPr/>
      <dgm:t>
        <a:bodyPr/>
        <a:lstStyle/>
        <a:p>
          <a:endParaRPr lang="en-US"/>
        </a:p>
      </dgm:t>
    </dgm:pt>
    <dgm:pt modelId="{AA6FDB75-B615-4291-AB54-B88E5E037395}" type="sibTrans" cxnId="{F26EA23B-7DC7-4356-B536-FC6A6B4859E6}">
      <dgm:prSet/>
      <dgm:spPr/>
      <dgm:t>
        <a:bodyPr/>
        <a:lstStyle/>
        <a:p>
          <a:endParaRPr lang="en-US"/>
        </a:p>
      </dgm:t>
    </dgm:pt>
    <dgm:pt modelId="{7E80AB01-F421-49CC-812E-4E745906E9F7}">
      <dgm:prSet/>
      <dgm:spPr/>
      <dgm:t>
        <a:bodyPr/>
        <a:lstStyle/>
        <a:p>
          <a:r>
            <a:rPr lang="en-US"/>
            <a:t>💲 Top states and cities by revenue</a:t>
          </a:r>
        </a:p>
      </dgm:t>
    </dgm:pt>
    <dgm:pt modelId="{59441E91-79EE-4C53-B09A-65B95A193E40}" type="parTrans" cxnId="{6F41B77B-280F-4F5C-9AEB-999C983C88FD}">
      <dgm:prSet/>
      <dgm:spPr/>
      <dgm:t>
        <a:bodyPr/>
        <a:lstStyle/>
        <a:p>
          <a:endParaRPr lang="en-US"/>
        </a:p>
      </dgm:t>
    </dgm:pt>
    <dgm:pt modelId="{1AACCD69-F072-440F-AC16-1B15E5BE610B}" type="sibTrans" cxnId="{6F41B77B-280F-4F5C-9AEB-999C983C88FD}">
      <dgm:prSet/>
      <dgm:spPr/>
      <dgm:t>
        <a:bodyPr/>
        <a:lstStyle/>
        <a:p>
          <a:endParaRPr lang="en-US"/>
        </a:p>
      </dgm:t>
    </dgm:pt>
    <dgm:pt modelId="{AD5A86FF-9709-4FD3-B640-A3199E1D66A4}">
      <dgm:prSet/>
      <dgm:spPr/>
      <dgm:t>
        <a:bodyPr/>
        <a:lstStyle/>
        <a:p>
          <a:r>
            <a:rPr lang="en-US"/>
            <a:t>📈 Growth potential by region</a:t>
          </a:r>
        </a:p>
      </dgm:t>
    </dgm:pt>
    <dgm:pt modelId="{E3E0AFEA-22F8-4563-AB55-9FF504EC2F49}" type="parTrans" cxnId="{CDA3DB6F-0E48-4726-A976-5BE40CDE0B2B}">
      <dgm:prSet/>
      <dgm:spPr/>
      <dgm:t>
        <a:bodyPr/>
        <a:lstStyle/>
        <a:p>
          <a:endParaRPr lang="en-US"/>
        </a:p>
      </dgm:t>
    </dgm:pt>
    <dgm:pt modelId="{9CCBF6B4-8F4D-4926-A3AA-EC88864F5E94}" type="sibTrans" cxnId="{CDA3DB6F-0E48-4726-A976-5BE40CDE0B2B}">
      <dgm:prSet/>
      <dgm:spPr/>
      <dgm:t>
        <a:bodyPr/>
        <a:lstStyle/>
        <a:p>
          <a:endParaRPr lang="en-US"/>
        </a:p>
      </dgm:t>
    </dgm:pt>
    <dgm:pt modelId="{ABFE93A0-A5F5-4581-9824-3444F86CFBE3}">
      <dgm:prSet/>
      <dgm:spPr/>
      <dgm:t>
        <a:bodyPr/>
        <a:lstStyle/>
        <a:p>
          <a:r>
            <a:rPr lang="en-US"/>
            <a:t>⚖️ Regional contribution to total sales</a:t>
          </a:r>
        </a:p>
      </dgm:t>
    </dgm:pt>
    <dgm:pt modelId="{8E7DDF23-5ACD-4938-B570-2450A1BF70DD}" type="parTrans" cxnId="{37A7B6DF-6BE0-4863-B50F-25D8EFAB87B1}">
      <dgm:prSet/>
      <dgm:spPr/>
      <dgm:t>
        <a:bodyPr/>
        <a:lstStyle/>
        <a:p>
          <a:endParaRPr lang="en-US"/>
        </a:p>
      </dgm:t>
    </dgm:pt>
    <dgm:pt modelId="{1010C8DD-B6B0-41B9-BEA7-C3A37AC2E67F}" type="sibTrans" cxnId="{37A7B6DF-6BE0-4863-B50F-25D8EFAB87B1}">
      <dgm:prSet/>
      <dgm:spPr/>
      <dgm:t>
        <a:bodyPr/>
        <a:lstStyle/>
        <a:p>
          <a:endParaRPr lang="en-US"/>
        </a:p>
      </dgm:t>
    </dgm:pt>
    <dgm:pt modelId="{28EFC65F-1E16-4136-9146-DFF2E1C1E0BD}">
      <dgm:prSet/>
      <dgm:spPr/>
      <dgm:t>
        <a:bodyPr/>
        <a:lstStyle/>
        <a:p>
          <a:r>
            <a:rPr lang="en-US" b="1"/>
            <a:t>Charts to Include:</a:t>
          </a:r>
          <a:endParaRPr lang="en-US"/>
        </a:p>
      </dgm:t>
    </dgm:pt>
    <dgm:pt modelId="{70C2F00E-D435-46A3-857F-119E66276BEB}" type="parTrans" cxnId="{F71F46AA-797F-4FC2-895F-9CC445D63098}">
      <dgm:prSet/>
      <dgm:spPr/>
      <dgm:t>
        <a:bodyPr/>
        <a:lstStyle/>
        <a:p>
          <a:endParaRPr lang="en-US"/>
        </a:p>
      </dgm:t>
    </dgm:pt>
    <dgm:pt modelId="{0435E4DA-C1F9-4AEF-A714-41C042CCDFB3}" type="sibTrans" cxnId="{F71F46AA-797F-4FC2-895F-9CC445D63098}">
      <dgm:prSet/>
      <dgm:spPr/>
      <dgm:t>
        <a:bodyPr/>
        <a:lstStyle/>
        <a:p>
          <a:endParaRPr lang="en-US"/>
        </a:p>
      </dgm:t>
    </dgm:pt>
    <dgm:pt modelId="{10EAE015-D903-4985-9EED-3BA9EC9AE822}">
      <dgm:prSet/>
      <dgm:spPr/>
      <dgm:t>
        <a:bodyPr/>
        <a:lstStyle/>
        <a:p>
          <a:r>
            <a:rPr lang="en-US"/>
            <a:t>Map visualization: Sales by region</a:t>
          </a:r>
        </a:p>
      </dgm:t>
    </dgm:pt>
    <dgm:pt modelId="{379117E0-2486-49B8-A4AA-DBF414B116A4}" type="parTrans" cxnId="{758B157E-4D15-4BBC-B39B-A31E4C1F86CC}">
      <dgm:prSet/>
      <dgm:spPr/>
      <dgm:t>
        <a:bodyPr/>
        <a:lstStyle/>
        <a:p>
          <a:endParaRPr lang="en-US"/>
        </a:p>
      </dgm:t>
    </dgm:pt>
    <dgm:pt modelId="{4CE27A80-1D5A-4AE6-B8C0-6FD6C10C1B9B}" type="sibTrans" cxnId="{758B157E-4D15-4BBC-B39B-A31E4C1F86CC}">
      <dgm:prSet/>
      <dgm:spPr/>
      <dgm:t>
        <a:bodyPr/>
        <a:lstStyle/>
        <a:p>
          <a:endParaRPr lang="en-US"/>
        </a:p>
      </dgm:t>
    </dgm:pt>
    <dgm:pt modelId="{C92E5A63-A905-4B5A-9123-54C4883B37C5}">
      <dgm:prSet/>
      <dgm:spPr/>
      <dgm:t>
        <a:bodyPr/>
        <a:lstStyle/>
        <a:p>
          <a:r>
            <a:rPr lang="en-US"/>
            <a:t>Column chart: Top 10 states by sales</a:t>
          </a:r>
        </a:p>
      </dgm:t>
    </dgm:pt>
    <dgm:pt modelId="{E0DB7B0A-843F-4226-A2B5-B49E60E1FB8B}" type="parTrans" cxnId="{0A797B01-8953-4F74-B1EA-6DACE283D9FE}">
      <dgm:prSet/>
      <dgm:spPr/>
      <dgm:t>
        <a:bodyPr/>
        <a:lstStyle/>
        <a:p>
          <a:endParaRPr lang="en-US"/>
        </a:p>
      </dgm:t>
    </dgm:pt>
    <dgm:pt modelId="{EDAE5CBF-A125-41A7-80EE-326D296835D4}" type="sibTrans" cxnId="{0A797B01-8953-4F74-B1EA-6DACE283D9FE}">
      <dgm:prSet/>
      <dgm:spPr/>
      <dgm:t>
        <a:bodyPr/>
        <a:lstStyle/>
        <a:p>
          <a:endParaRPr lang="en-US"/>
        </a:p>
      </dgm:t>
    </dgm:pt>
    <dgm:pt modelId="{C0881833-0161-41B4-91FC-A87F0BFFEE6C}" type="pres">
      <dgm:prSet presAssocID="{8275658A-E2D6-4C58-A803-63027765A2EC}" presName="vert0" presStyleCnt="0">
        <dgm:presLayoutVars>
          <dgm:dir/>
          <dgm:animOne val="branch"/>
          <dgm:animLvl val="lvl"/>
        </dgm:presLayoutVars>
      </dgm:prSet>
      <dgm:spPr/>
    </dgm:pt>
    <dgm:pt modelId="{B759AF18-574D-4EDB-880C-3716DE208421}" type="pres">
      <dgm:prSet presAssocID="{EA9F337E-DF84-4856-AED8-FF6364B253CD}" presName="thickLine" presStyleLbl="alignNode1" presStyleIdx="0" presStyleCnt="8"/>
      <dgm:spPr/>
    </dgm:pt>
    <dgm:pt modelId="{BBF741AB-CD1C-44E8-8E28-A2E705120B23}" type="pres">
      <dgm:prSet presAssocID="{EA9F337E-DF84-4856-AED8-FF6364B253CD}" presName="horz1" presStyleCnt="0"/>
      <dgm:spPr/>
    </dgm:pt>
    <dgm:pt modelId="{906C31CB-FA40-47CE-B531-C06D50F9D389}" type="pres">
      <dgm:prSet presAssocID="{EA9F337E-DF84-4856-AED8-FF6364B253CD}" presName="tx1" presStyleLbl="revTx" presStyleIdx="0" presStyleCnt="8"/>
      <dgm:spPr/>
    </dgm:pt>
    <dgm:pt modelId="{462AEA66-869F-4879-8E04-066B31B76E09}" type="pres">
      <dgm:prSet presAssocID="{EA9F337E-DF84-4856-AED8-FF6364B253CD}" presName="vert1" presStyleCnt="0"/>
      <dgm:spPr/>
    </dgm:pt>
    <dgm:pt modelId="{D75820DA-128B-473B-8230-02D144FC9EF1}" type="pres">
      <dgm:prSet presAssocID="{245AC0E0-4442-4AB2-B113-BF51BDC299B6}" presName="thickLine" presStyleLbl="alignNode1" presStyleIdx="1" presStyleCnt="8"/>
      <dgm:spPr/>
    </dgm:pt>
    <dgm:pt modelId="{D0A0CB11-168D-43E3-AAED-34CFC10E52FB}" type="pres">
      <dgm:prSet presAssocID="{245AC0E0-4442-4AB2-B113-BF51BDC299B6}" presName="horz1" presStyleCnt="0"/>
      <dgm:spPr/>
    </dgm:pt>
    <dgm:pt modelId="{FAF5EC6B-2984-4961-8BFF-EFA16AD3CCB2}" type="pres">
      <dgm:prSet presAssocID="{245AC0E0-4442-4AB2-B113-BF51BDC299B6}" presName="tx1" presStyleLbl="revTx" presStyleIdx="1" presStyleCnt="8"/>
      <dgm:spPr/>
    </dgm:pt>
    <dgm:pt modelId="{684CFA2F-D631-4B66-9021-63A2ED1609DB}" type="pres">
      <dgm:prSet presAssocID="{245AC0E0-4442-4AB2-B113-BF51BDC299B6}" presName="vert1" presStyleCnt="0"/>
      <dgm:spPr/>
    </dgm:pt>
    <dgm:pt modelId="{E2C5ACFA-CFB2-4F47-AAA2-B55D66DA19FB}" type="pres">
      <dgm:prSet presAssocID="{7E80AB01-F421-49CC-812E-4E745906E9F7}" presName="thickLine" presStyleLbl="alignNode1" presStyleIdx="2" presStyleCnt="8"/>
      <dgm:spPr/>
    </dgm:pt>
    <dgm:pt modelId="{2DFD9D78-5F13-49E8-93FC-141C6163BA12}" type="pres">
      <dgm:prSet presAssocID="{7E80AB01-F421-49CC-812E-4E745906E9F7}" presName="horz1" presStyleCnt="0"/>
      <dgm:spPr/>
    </dgm:pt>
    <dgm:pt modelId="{385D3CED-B857-45B3-975B-0C1D0331D3FA}" type="pres">
      <dgm:prSet presAssocID="{7E80AB01-F421-49CC-812E-4E745906E9F7}" presName="tx1" presStyleLbl="revTx" presStyleIdx="2" presStyleCnt="8"/>
      <dgm:spPr/>
    </dgm:pt>
    <dgm:pt modelId="{452F5876-0232-4B46-A4A1-3B09187C2B47}" type="pres">
      <dgm:prSet presAssocID="{7E80AB01-F421-49CC-812E-4E745906E9F7}" presName="vert1" presStyleCnt="0"/>
      <dgm:spPr/>
    </dgm:pt>
    <dgm:pt modelId="{329C631E-BAAD-4A2D-AC23-710E884551E2}" type="pres">
      <dgm:prSet presAssocID="{AD5A86FF-9709-4FD3-B640-A3199E1D66A4}" presName="thickLine" presStyleLbl="alignNode1" presStyleIdx="3" presStyleCnt="8"/>
      <dgm:spPr/>
    </dgm:pt>
    <dgm:pt modelId="{C7B485DA-A7D7-4595-B1A3-06848B3CA4A3}" type="pres">
      <dgm:prSet presAssocID="{AD5A86FF-9709-4FD3-B640-A3199E1D66A4}" presName="horz1" presStyleCnt="0"/>
      <dgm:spPr/>
    </dgm:pt>
    <dgm:pt modelId="{A9B80C40-FF4C-4EF4-A2E9-A9BF48956707}" type="pres">
      <dgm:prSet presAssocID="{AD5A86FF-9709-4FD3-B640-A3199E1D66A4}" presName="tx1" presStyleLbl="revTx" presStyleIdx="3" presStyleCnt="8"/>
      <dgm:spPr/>
    </dgm:pt>
    <dgm:pt modelId="{84245D2A-2D30-42C9-82C8-0B6E5B379C1E}" type="pres">
      <dgm:prSet presAssocID="{AD5A86FF-9709-4FD3-B640-A3199E1D66A4}" presName="vert1" presStyleCnt="0"/>
      <dgm:spPr/>
    </dgm:pt>
    <dgm:pt modelId="{2D5092F0-0983-4D91-86A0-3C97FE6661C5}" type="pres">
      <dgm:prSet presAssocID="{ABFE93A0-A5F5-4581-9824-3444F86CFBE3}" presName="thickLine" presStyleLbl="alignNode1" presStyleIdx="4" presStyleCnt="8"/>
      <dgm:spPr/>
    </dgm:pt>
    <dgm:pt modelId="{7A0B653E-BD9D-4884-BFCD-634D94661113}" type="pres">
      <dgm:prSet presAssocID="{ABFE93A0-A5F5-4581-9824-3444F86CFBE3}" presName="horz1" presStyleCnt="0"/>
      <dgm:spPr/>
    </dgm:pt>
    <dgm:pt modelId="{26E4A159-4F22-457B-9620-7C90B61CCA21}" type="pres">
      <dgm:prSet presAssocID="{ABFE93A0-A5F5-4581-9824-3444F86CFBE3}" presName="tx1" presStyleLbl="revTx" presStyleIdx="4" presStyleCnt="8"/>
      <dgm:spPr/>
    </dgm:pt>
    <dgm:pt modelId="{0EA1B273-FC55-4656-9FB1-3A22E106FD25}" type="pres">
      <dgm:prSet presAssocID="{ABFE93A0-A5F5-4581-9824-3444F86CFBE3}" presName="vert1" presStyleCnt="0"/>
      <dgm:spPr/>
    </dgm:pt>
    <dgm:pt modelId="{EFB1E130-8B55-409B-B441-8AEA5DDA7663}" type="pres">
      <dgm:prSet presAssocID="{28EFC65F-1E16-4136-9146-DFF2E1C1E0BD}" presName="thickLine" presStyleLbl="alignNode1" presStyleIdx="5" presStyleCnt="8"/>
      <dgm:spPr/>
    </dgm:pt>
    <dgm:pt modelId="{739D2513-1191-408E-B080-AF77E233B6B0}" type="pres">
      <dgm:prSet presAssocID="{28EFC65F-1E16-4136-9146-DFF2E1C1E0BD}" presName="horz1" presStyleCnt="0"/>
      <dgm:spPr/>
    </dgm:pt>
    <dgm:pt modelId="{2D3C9468-F9D3-4AFD-A91D-451BCBEDAB65}" type="pres">
      <dgm:prSet presAssocID="{28EFC65F-1E16-4136-9146-DFF2E1C1E0BD}" presName="tx1" presStyleLbl="revTx" presStyleIdx="5" presStyleCnt="8"/>
      <dgm:spPr/>
    </dgm:pt>
    <dgm:pt modelId="{88EBBF62-90F6-42B0-973C-AB1D21854B13}" type="pres">
      <dgm:prSet presAssocID="{28EFC65F-1E16-4136-9146-DFF2E1C1E0BD}" presName="vert1" presStyleCnt="0"/>
      <dgm:spPr/>
    </dgm:pt>
    <dgm:pt modelId="{710852A6-9C21-4C9C-95C7-E914930730DE}" type="pres">
      <dgm:prSet presAssocID="{10EAE015-D903-4985-9EED-3BA9EC9AE822}" presName="thickLine" presStyleLbl="alignNode1" presStyleIdx="6" presStyleCnt="8"/>
      <dgm:spPr/>
    </dgm:pt>
    <dgm:pt modelId="{ADA3BDE6-801C-4244-B11C-473C85B38018}" type="pres">
      <dgm:prSet presAssocID="{10EAE015-D903-4985-9EED-3BA9EC9AE822}" presName="horz1" presStyleCnt="0"/>
      <dgm:spPr/>
    </dgm:pt>
    <dgm:pt modelId="{93BD3A87-2866-4D55-A395-CC509DAE163D}" type="pres">
      <dgm:prSet presAssocID="{10EAE015-D903-4985-9EED-3BA9EC9AE822}" presName="tx1" presStyleLbl="revTx" presStyleIdx="6" presStyleCnt="8"/>
      <dgm:spPr/>
    </dgm:pt>
    <dgm:pt modelId="{2354EFDE-29DD-4EE9-A218-F68F10055699}" type="pres">
      <dgm:prSet presAssocID="{10EAE015-D903-4985-9EED-3BA9EC9AE822}" presName="vert1" presStyleCnt="0"/>
      <dgm:spPr/>
    </dgm:pt>
    <dgm:pt modelId="{5D09D279-20C9-4555-9D07-54BC8ECAF5BA}" type="pres">
      <dgm:prSet presAssocID="{C92E5A63-A905-4B5A-9123-54C4883B37C5}" presName="thickLine" presStyleLbl="alignNode1" presStyleIdx="7" presStyleCnt="8"/>
      <dgm:spPr/>
    </dgm:pt>
    <dgm:pt modelId="{CE20AE21-0989-4926-ACFB-F69C77FF0647}" type="pres">
      <dgm:prSet presAssocID="{C92E5A63-A905-4B5A-9123-54C4883B37C5}" presName="horz1" presStyleCnt="0"/>
      <dgm:spPr/>
    </dgm:pt>
    <dgm:pt modelId="{995BFEFA-A732-45CF-BCB7-6AD7B8E75545}" type="pres">
      <dgm:prSet presAssocID="{C92E5A63-A905-4B5A-9123-54C4883B37C5}" presName="tx1" presStyleLbl="revTx" presStyleIdx="7" presStyleCnt="8"/>
      <dgm:spPr/>
    </dgm:pt>
    <dgm:pt modelId="{B6FA1D83-301C-4F27-8052-867C429489B4}" type="pres">
      <dgm:prSet presAssocID="{C92E5A63-A905-4B5A-9123-54C4883B37C5}" presName="vert1" presStyleCnt="0"/>
      <dgm:spPr/>
    </dgm:pt>
  </dgm:ptLst>
  <dgm:cxnLst>
    <dgm:cxn modelId="{0A797B01-8953-4F74-B1EA-6DACE283D9FE}" srcId="{8275658A-E2D6-4C58-A803-63027765A2EC}" destId="{C92E5A63-A905-4B5A-9123-54C4883B37C5}" srcOrd="7" destOrd="0" parTransId="{E0DB7B0A-843F-4226-A2B5-B49E60E1FB8B}" sibTransId="{EDAE5CBF-A125-41A7-80EE-326D296835D4}"/>
    <dgm:cxn modelId="{F26EA23B-7DC7-4356-B536-FC6A6B4859E6}" srcId="{8275658A-E2D6-4C58-A803-63027765A2EC}" destId="{245AC0E0-4442-4AB2-B113-BF51BDC299B6}" srcOrd="1" destOrd="0" parTransId="{B15AE24F-2CF8-4C92-9720-EE1F7CD9FC51}" sibTransId="{AA6FDB75-B615-4291-AB54-B88E5E037395}"/>
    <dgm:cxn modelId="{137CCE4C-B738-42E9-9B76-4A2928705174}" type="presOf" srcId="{10EAE015-D903-4985-9EED-3BA9EC9AE822}" destId="{93BD3A87-2866-4D55-A395-CC509DAE163D}" srcOrd="0" destOrd="0" presId="urn:microsoft.com/office/officeart/2008/layout/LinedList"/>
    <dgm:cxn modelId="{CDA3DB6F-0E48-4726-A976-5BE40CDE0B2B}" srcId="{8275658A-E2D6-4C58-A803-63027765A2EC}" destId="{AD5A86FF-9709-4FD3-B640-A3199E1D66A4}" srcOrd="3" destOrd="0" parTransId="{E3E0AFEA-22F8-4563-AB55-9FF504EC2F49}" sibTransId="{9CCBF6B4-8F4D-4926-A3AA-EC88864F5E94}"/>
    <dgm:cxn modelId="{2C162E77-8478-42F6-A082-9E5CD0AFCB0C}" type="presOf" srcId="{ABFE93A0-A5F5-4581-9824-3444F86CFBE3}" destId="{26E4A159-4F22-457B-9620-7C90B61CCA21}" srcOrd="0" destOrd="0" presId="urn:microsoft.com/office/officeart/2008/layout/LinedList"/>
    <dgm:cxn modelId="{6F41B77B-280F-4F5C-9AEB-999C983C88FD}" srcId="{8275658A-E2D6-4C58-A803-63027765A2EC}" destId="{7E80AB01-F421-49CC-812E-4E745906E9F7}" srcOrd="2" destOrd="0" parTransId="{59441E91-79EE-4C53-B09A-65B95A193E40}" sibTransId="{1AACCD69-F072-440F-AC16-1B15E5BE610B}"/>
    <dgm:cxn modelId="{CBD61A7D-252E-4E9A-8616-3C746AA2A338}" type="presOf" srcId="{7E80AB01-F421-49CC-812E-4E745906E9F7}" destId="{385D3CED-B857-45B3-975B-0C1D0331D3FA}" srcOrd="0" destOrd="0" presId="urn:microsoft.com/office/officeart/2008/layout/LinedList"/>
    <dgm:cxn modelId="{758B157E-4D15-4BBC-B39B-A31E4C1F86CC}" srcId="{8275658A-E2D6-4C58-A803-63027765A2EC}" destId="{10EAE015-D903-4985-9EED-3BA9EC9AE822}" srcOrd="6" destOrd="0" parTransId="{379117E0-2486-49B8-A4AA-DBF414B116A4}" sibTransId="{4CE27A80-1D5A-4AE6-B8C0-6FD6C10C1B9B}"/>
    <dgm:cxn modelId="{36840F91-0B36-4956-8728-91B1A065A3EF}" type="presOf" srcId="{245AC0E0-4442-4AB2-B113-BF51BDC299B6}" destId="{FAF5EC6B-2984-4961-8BFF-EFA16AD3CCB2}" srcOrd="0" destOrd="0" presId="urn:microsoft.com/office/officeart/2008/layout/LinedList"/>
    <dgm:cxn modelId="{6022A497-52A2-44C1-B8E6-62026E76CA97}" type="presOf" srcId="{EA9F337E-DF84-4856-AED8-FF6364B253CD}" destId="{906C31CB-FA40-47CE-B531-C06D50F9D389}" srcOrd="0" destOrd="0" presId="urn:microsoft.com/office/officeart/2008/layout/LinedList"/>
    <dgm:cxn modelId="{8EC376A8-5E1F-4830-A835-7D786890456A}" type="presOf" srcId="{28EFC65F-1E16-4136-9146-DFF2E1C1E0BD}" destId="{2D3C9468-F9D3-4AFD-A91D-451BCBEDAB65}" srcOrd="0" destOrd="0" presId="urn:microsoft.com/office/officeart/2008/layout/LinedList"/>
    <dgm:cxn modelId="{F71F46AA-797F-4FC2-895F-9CC445D63098}" srcId="{8275658A-E2D6-4C58-A803-63027765A2EC}" destId="{28EFC65F-1E16-4136-9146-DFF2E1C1E0BD}" srcOrd="5" destOrd="0" parTransId="{70C2F00E-D435-46A3-857F-119E66276BEB}" sibTransId="{0435E4DA-C1F9-4AEF-A714-41C042CCDFB3}"/>
    <dgm:cxn modelId="{5C8A2CBF-FA72-4F33-9628-E6A03B7C3015}" type="presOf" srcId="{AD5A86FF-9709-4FD3-B640-A3199E1D66A4}" destId="{A9B80C40-FF4C-4EF4-A2E9-A9BF48956707}" srcOrd="0" destOrd="0" presId="urn:microsoft.com/office/officeart/2008/layout/LinedList"/>
    <dgm:cxn modelId="{B5BA65D0-1CF6-48E1-B73D-DE8FB1BF1B54}" type="presOf" srcId="{C92E5A63-A905-4B5A-9123-54C4883B37C5}" destId="{995BFEFA-A732-45CF-BCB7-6AD7B8E75545}" srcOrd="0" destOrd="0" presId="urn:microsoft.com/office/officeart/2008/layout/LinedList"/>
    <dgm:cxn modelId="{37A7B6DF-6BE0-4863-B50F-25D8EFAB87B1}" srcId="{8275658A-E2D6-4C58-A803-63027765A2EC}" destId="{ABFE93A0-A5F5-4581-9824-3444F86CFBE3}" srcOrd="4" destOrd="0" parTransId="{8E7DDF23-5ACD-4938-B570-2450A1BF70DD}" sibTransId="{1010C8DD-B6B0-41B9-BEA7-C3A37AC2E67F}"/>
    <dgm:cxn modelId="{AF1AFDDF-C5C3-46DF-8E2C-9BF32918DF40}" srcId="{8275658A-E2D6-4C58-A803-63027765A2EC}" destId="{EA9F337E-DF84-4856-AED8-FF6364B253CD}" srcOrd="0" destOrd="0" parTransId="{04356450-1A61-43ED-9073-5B8213987E08}" sibTransId="{2C7708E2-02CE-4FB8-AC69-BBCC79540E86}"/>
    <dgm:cxn modelId="{020453EF-1E1C-4271-8032-A94E786A5EE1}" type="presOf" srcId="{8275658A-E2D6-4C58-A803-63027765A2EC}" destId="{C0881833-0161-41B4-91FC-A87F0BFFEE6C}" srcOrd="0" destOrd="0" presId="urn:microsoft.com/office/officeart/2008/layout/LinedList"/>
    <dgm:cxn modelId="{DA16834B-A59C-4FF1-960F-2594B8446C8C}" type="presParOf" srcId="{C0881833-0161-41B4-91FC-A87F0BFFEE6C}" destId="{B759AF18-574D-4EDB-880C-3716DE208421}" srcOrd="0" destOrd="0" presId="urn:microsoft.com/office/officeart/2008/layout/LinedList"/>
    <dgm:cxn modelId="{A21D3A28-554C-4AA6-896E-E39B38A8F2E8}" type="presParOf" srcId="{C0881833-0161-41B4-91FC-A87F0BFFEE6C}" destId="{BBF741AB-CD1C-44E8-8E28-A2E705120B23}" srcOrd="1" destOrd="0" presId="urn:microsoft.com/office/officeart/2008/layout/LinedList"/>
    <dgm:cxn modelId="{4A0F5F64-7DAE-497A-BE1D-0840EF4B7357}" type="presParOf" srcId="{BBF741AB-CD1C-44E8-8E28-A2E705120B23}" destId="{906C31CB-FA40-47CE-B531-C06D50F9D389}" srcOrd="0" destOrd="0" presId="urn:microsoft.com/office/officeart/2008/layout/LinedList"/>
    <dgm:cxn modelId="{8C8A38AE-1103-4C8F-AA55-1A95CE5D4AAE}" type="presParOf" srcId="{BBF741AB-CD1C-44E8-8E28-A2E705120B23}" destId="{462AEA66-869F-4879-8E04-066B31B76E09}" srcOrd="1" destOrd="0" presId="urn:microsoft.com/office/officeart/2008/layout/LinedList"/>
    <dgm:cxn modelId="{513D8EAB-0F19-4A90-B04A-6D89E6C4C246}" type="presParOf" srcId="{C0881833-0161-41B4-91FC-A87F0BFFEE6C}" destId="{D75820DA-128B-473B-8230-02D144FC9EF1}" srcOrd="2" destOrd="0" presId="urn:microsoft.com/office/officeart/2008/layout/LinedList"/>
    <dgm:cxn modelId="{187396B3-C81B-469D-A256-354189811DCC}" type="presParOf" srcId="{C0881833-0161-41B4-91FC-A87F0BFFEE6C}" destId="{D0A0CB11-168D-43E3-AAED-34CFC10E52FB}" srcOrd="3" destOrd="0" presId="urn:microsoft.com/office/officeart/2008/layout/LinedList"/>
    <dgm:cxn modelId="{8E38E074-12E0-43A0-BBD9-7096B1B9F26C}" type="presParOf" srcId="{D0A0CB11-168D-43E3-AAED-34CFC10E52FB}" destId="{FAF5EC6B-2984-4961-8BFF-EFA16AD3CCB2}" srcOrd="0" destOrd="0" presId="urn:microsoft.com/office/officeart/2008/layout/LinedList"/>
    <dgm:cxn modelId="{E11C7495-3B7E-4DAF-8968-163D47D9BAC2}" type="presParOf" srcId="{D0A0CB11-168D-43E3-AAED-34CFC10E52FB}" destId="{684CFA2F-D631-4B66-9021-63A2ED1609DB}" srcOrd="1" destOrd="0" presId="urn:microsoft.com/office/officeart/2008/layout/LinedList"/>
    <dgm:cxn modelId="{98782BDF-A49B-4004-B2BE-010CF55411F9}" type="presParOf" srcId="{C0881833-0161-41B4-91FC-A87F0BFFEE6C}" destId="{E2C5ACFA-CFB2-4F47-AAA2-B55D66DA19FB}" srcOrd="4" destOrd="0" presId="urn:microsoft.com/office/officeart/2008/layout/LinedList"/>
    <dgm:cxn modelId="{CE347EC6-1A72-42B1-B310-8A7D6DA9B93C}" type="presParOf" srcId="{C0881833-0161-41B4-91FC-A87F0BFFEE6C}" destId="{2DFD9D78-5F13-49E8-93FC-141C6163BA12}" srcOrd="5" destOrd="0" presId="urn:microsoft.com/office/officeart/2008/layout/LinedList"/>
    <dgm:cxn modelId="{3CFBEE43-0C2A-45F7-A9C7-0EE50F3D043C}" type="presParOf" srcId="{2DFD9D78-5F13-49E8-93FC-141C6163BA12}" destId="{385D3CED-B857-45B3-975B-0C1D0331D3FA}" srcOrd="0" destOrd="0" presId="urn:microsoft.com/office/officeart/2008/layout/LinedList"/>
    <dgm:cxn modelId="{54828D3C-E65B-4EAA-9525-8AE3C3EBB400}" type="presParOf" srcId="{2DFD9D78-5F13-49E8-93FC-141C6163BA12}" destId="{452F5876-0232-4B46-A4A1-3B09187C2B47}" srcOrd="1" destOrd="0" presId="urn:microsoft.com/office/officeart/2008/layout/LinedList"/>
    <dgm:cxn modelId="{850CB9F9-DF4D-4E2F-966A-4B944C4772EE}" type="presParOf" srcId="{C0881833-0161-41B4-91FC-A87F0BFFEE6C}" destId="{329C631E-BAAD-4A2D-AC23-710E884551E2}" srcOrd="6" destOrd="0" presId="urn:microsoft.com/office/officeart/2008/layout/LinedList"/>
    <dgm:cxn modelId="{E4D01F20-525C-4C5C-9C6B-BEA836C877F5}" type="presParOf" srcId="{C0881833-0161-41B4-91FC-A87F0BFFEE6C}" destId="{C7B485DA-A7D7-4595-B1A3-06848B3CA4A3}" srcOrd="7" destOrd="0" presId="urn:microsoft.com/office/officeart/2008/layout/LinedList"/>
    <dgm:cxn modelId="{2B6C0C21-3F93-4E3D-8229-8FE6DA42814A}" type="presParOf" srcId="{C7B485DA-A7D7-4595-B1A3-06848B3CA4A3}" destId="{A9B80C40-FF4C-4EF4-A2E9-A9BF48956707}" srcOrd="0" destOrd="0" presId="urn:microsoft.com/office/officeart/2008/layout/LinedList"/>
    <dgm:cxn modelId="{CE289DBA-BCD1-4047-91D6-5379DF99B777}" type="presParOf" srcId="{C7B485DA-A7D7-4595-B1A3-06848B3CA4A3}" destId="{84245D2A-2D30-42C9-82C8-0B6E5B379C1E}" srcOrd="1" destOrd="0" presId="urn:microsoft.com/office/officeart/2008/layout/LinedList"/>
    <dgm:cxn modelId="{224953EF-570C-4C4A-AE39-34962556E243}" type="presParOf" srcId="{C0881833-0161-41B4-91FC-A87F0BFFEE6C}" destId="{2D5092F0-0983-4D91-86A0-3C97FE6661C5}" srcOrd="8" destOrd="0" presId="urn:microsoft.com/office/officeart/2008/layout/LinedList"/>
    <dgm:cxn modelId="{E7EC9894-6D4F-4EFE-BCD4-B3772B709BC6}" type="presParOf" srcId="{C0881833-0161-41B4-91FC-A87F0BFFEE6C}" destId="{7A0B653E-BD9D-4884-BFCD-634D94661113}" srcOrd="9" destOrd="0" presId="urn:microsoft.com/office/officeart/2008/layout/LinedList"/>
    <dgm:cxn modelId="{F99BFD87-C332-4F81-BD8C-CB1F4927A7B0}" type="presParOf" srcId="{7A0B653E-BD9D-4884-BFCD-634D94661113}" destId="{26E4A159-4F22-457B-9620-7C90B61CCA21}" srcOrd="0" destOrd="0" presId="urn:microsoft.com/office/officeart/2008/layout/LinedList"/>
    <dgm:cxn modelId="{1BB8C18E-E871-4292-82D8-89B3DFA636D2}" type="presParOf" srcId="{7A0B653E-BD9D-4884-BFCD-634D94661113}" destId="{0EA1B273-FC55-4656-9FB1-3A22E106FD25}" srcOrd="1" destOrd="0" presId="urn:microsoft.com/office/officeart/2008/layout/LinedList"/>
    <dgm:cxn modelId="{C41A0D01-46D6-459A-AC1E-81D45AFEC263}" type="presParOf" srcId="{C0881833-0161-41B4-91FC-A87F0BFFEE6C}" destId="{EFB1E130-8B55-409B-B441-8AEA5DDA7663}" srcOrd="10" destOrd="0" presId="urn:microsoft.com/office/officeart/2008/layout/LinedList"/>
    <dgm:cxn modelId="{F75011A8-61B3-41FF-BD64-D8D87ED378CB}" type="presParOf" srcId="{C0881833-0161-41B4-91FC-A87F0BFFEE6C}" destId="{739D2513-1191-408E-B080-AF77E233B6B0}" srcOrd="11" destOrd="0" presId="urn:microsoft.com/office/officeart/2008/layout/LinedList"/>
    <dgm:cxn modelId="{79A476C5-9832-4909-99BB-949BBF1DEB69}" type="presParOf" srcId="{739D2513-1191-408E-B080-AF77E233B6B0}" destId="{2D3C9468-F9D3-4AFD-A91D-451BCBEDAB65}" srcOrd="0" destOrd="0" presId="urn:microsoft.com/office/officeart/2008/layout/LinedList"/>
    <dgm:cxn modelId="{C86D71FD-199A-48E5-8C3E-67E6A02381BD}" type="presParOf" srcId="{739D2513-1191-408E-B080-AF77E233B6B0}" destId="{88EBBF62-90F6-42B0-973C-AB1D21854B13}" srcOrd="1" destOrd="0" presId="urn:microsoft.com/office/officeart/2008/layout/LinedList"/>
    <dgm:cxn modelId="{6617BBE0-75C7-44DB-90FD-3CE3032BC0AC}" type="presParOf" srcId="{C0881833-0161-41B4-91FC-A87F0BFFEE6C}" destId="{710852A6-9C21-4C9C-95C7-E914930730DE}" srcOrd="12" destOrd="0" presId="urn:microsoft.com/office/officeart/2008/layout/LinedList"/>
    <dgm:cxn modelId="{B5EC81BC-B343-4B54-948D-B09294543B58}" type="presParOf" srcId="{C0881833-0161-41B4-91FC-A87F0BFFEE6C}" destId="{ADA3BDE6-801C-4244-B11C-473C85B38018}" srcOrd="13" destOrd="0" presId="urn:microsoft.com/office/officeart/2008/layout/LinedList"/>
    <dgm:cxn modelId="{8B07FB6E-C3DA-4C97-AE89-289E5ADEED4B}" type="presParOf" srcId="{ADA3BDE6-801C-4244-B11C-473C85B38018}" destId="{93BD3A87-2866-4D55-A395-CC509DAE163D}" srcOrd="0" destOrd="0" presId="urn:microsoft.com/office/officeart/2008/layout/LinedList"/>
    <dgm:cxn modelId="{ADEAE7A4-A48E-4DA5-9512-5022168BAD27}" type="presParOf" srcId="{ADA3BDE6-801C-4244-B11C-473C85B38018}" destId="{2354EFDE-29DD-4EE9-A218-F68F10055699}" srcOrd="1" destOrd="0" presId="urn:microsoft.com/office/officeart/2008/layout/LinedList"/>
    <dgm:cxn modelId="{066BBCBE-C536-4C7A-81BF-CE10FDCBA085}" type="presParOf" srcId="{C0881833-0161-41B4-91FC-A87F0BFFEE6C}" destId="{5D09D279-20C9-4555-9D07-54BC8ECAF5BA}" srcOrd="14" destOrd="0" presId="urn:microsoft.com/office/officeart/2008/layout/LinedList"/>
    <dgm:cxn modelId="{A2A86CD3-1BB2-497F-8656-B72197AF2980}" type="presParOf" srcId="{C0881833-0161-41B4-91FC-A87F0BFFEE6C}" destId="{CE20AE21-0989-4926-ACFB-F69C77FF0647}" srcOrd="15" destOrd="0" presId="urn:microsoft.com/office/officeart/2008/layout/LinedList"/>
    <dgm:cxn modelId="{B34E144C-ACB1-4F78-939F-1D3C349166E9}" type="presParOf" srcId="{CE20AE21-0989-4926-ACFB-F69C77FF0647}" destId="{995BFEFA-A732-45CF-BCB7-6AD7B8E75545}" srcOrd="0" destOrd="0" presId="urn:microsoft.com/office/officeart/2008/layout/LinedList"/>
    <dgm:cxn modelId="{E6CAFED5-80D0-4C8E-92A0-158438F08B8E}" type="presParOf" srcId="{CE20AE21-0989-4926-ACFB-F69C77FF0647}" destId="{B6FA1D83-301C-4F27-8052-867C429489B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9DA057-E545-483A-BEE7-BE259E313A04}">
      <dsp:nvSpPr>
        <dsp:cNvPr id="0" name=""/>
        <dsp:cNvSpPr/>
      </dsp:nvSpPr>
      <dsp:spPr>
        <a:xfrm>
          <a:off x="0" y="417429"/>
          <a:ext cx="10515600" cy="6048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E4A272F-EA16-4F24-9BD4-9AC7A10E552C}">
      <dsp:nvSpPr>
        <dsp:cNvPr id="0" name=""/>
        <dsp:cNvSpPr/>
      </dsp:nvSpPr>
      <dsp:spPr>
        <a:xfrm>
          <a:off x="525780" y="63189"/>
          <a:ext cx="7360920" cy="708480"/>
        </a:xfrm>
        <a:prstGeom prst="roundRect">
          <a:avLst/>
        </a:prstGeom>
        <a:solidFill>
          <a:srgbClr val="156082">
            <a:hueOff val="0"/>
            <a:satOff val="0"/>
            <a:lumOff val="0"/>
            <a:alphaOff val="0"/>
          </a:srgbClr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solidFill>
                <a:prstClr val="white"/>
              </a:solidFill>
              <a:latin typeface="Aptos" panose="02110004020202020204"/>
              <a:ea typeface="+mn-ea"/>
              <a:cs typeface="+mn-cs"/>
            </a:rPr>
            <a:t>Youssef Mostafa</a:t>
          </a:r>
        </a:p>
      </dsp:txBody>
      <dsp:txXfrm>
        <a:off x="560365" y="97774"/>
        <a:ext cx="7291750" cy="639310"/>
      </dsp:txXfrm>
    </dsp:sp>
    <dsp:sp modelId="{499DE47A-BBFC-4F6A-9000-87475F2EC677}">
      <dsp:nvSpPr>
        <dsp:cNvPr id="0" name=""/>
        <dsp:cNvSpPr/>
      </dsp:nvSpPr>
      <dsp:spPr>
        <a:xfrm>
          <a:off x="0" y="1506069"/>
          <a:ext cx="10515600" cy="6048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44FCB2-7197-43B3-9328-A62586180B7C}">
      <dsp:nvSpPr>
        <dsp:cNvPr id="0" name=""/>
        <dsp:cNvSpPr/>
      </dsp:nvSpPr>
      <dsp:spPr>
        <a:xfrm>
          <a:off x="525780" y="1151829"/>
          <a:ext cx="7360920" cy="708480"/>
        </a:xfrm>
        <a:prstGeom prst="roundRect">
          <a:avLst/>
        </a:prstGeom>
        <a:solidFill>
          <a:srgbClr val="156082">
            <a:hueOff val="0"/>
            <a:satOff val="0"/>
            <a:lumOff val="0"/>
            <a:alphaOff val="0"/>
          </a:srgbClr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solidFill>
                <a:prstClr val="white"/>
              </a:solidFill>
              <a:latin typeface="Aptos" panose="02110004020202020204"/>
              <a:ea typeface="+mn-ea"/>
              <a:cs typeface="+mn-cs"/>
            </a:rPr>
            <a:t>Hossam Gamal</a:t>
          </a:r>
        </a:p>
      </dsp:txBody>
      <dsp:txXfrm>
        <a:off x="560365" y="1186414"/>
        <a:ext cx="7291750" cy="639310"/>
      </dsp:txXfrm>
    </dsp:sp>
    <dsp:sp modelId="{88471076-086A-499F-97D5-BFE40092257D}">
      <dsp:nvSpPr>
        <dsp:cNvPr id="0" name=""/>
        <dsp:cNvSpPr/>
      </dsp:nvSpPr>
      <dsp:spPr>
        <a:xfrm>
          <a:off x="0" y="2594709"/>
          <a:ext cx="10515600" cy="6048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E6053A-9901-4329-AAE6-E90F9DD42A35}">
      <dsp:nvSpPr>
        <dsp:cNvPr id="0" name=""/>
        <dsp:cNvSpPr/>
      </dsp:nvSpPr>
      <dsp:spPr>
        <a:xfrm>
          <a:off x="525780" y="2240469"/>
          <a:ext cx="7360920" cy="708480"/>
        </a:xfrm>
        <a:prstGeom prst="roundRect">
          <a:avLst/>
        </a:prstGeom>
        <a:solidFill>
          <a:srgbClr val="156082">
            <a:hueOff val="0"/>
            <a:satOff val="0"/>
            <a:lumOff val="0"/>
            <a:alphaOff val="0"/>
          </a:srgbClr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solidFill>
                <a:prstClr val="white"/>
              </a:solidFill>
              <a:latin typeface="Aptos" panose="02110004020202020204"/>
              <a:ea typeface="+mn-ea"/>
              <a:cs typeface="+mn-cs"/>
            </a:rPr>
            <a:t>Ahmed Mahmoud</a:t>
          </a:r>
        </a:p>
      </dsp:txBody>
      <dsp:txXfrm>
        <a:off x="560365" y="2275054"/>
        <a:ext cx="7291750" cy="639310"/>
      </dsp:txXfrm>
    </dsp:sp>
    <dsp:sp modelId="{51BA486D-6777-4E2D-AB39-ED372F7B0F9F}">
      <dsp:nvSpPr>
        <dsp:cNvPr id="0" name=""/>
        <dsp:cNvSpPr/>
      </dsp:nvSpPr>
      <dsp:spPr>
        <a:xfrm>
          <a:off x="0" y="3683349"/>
          <a:ext cx="10515600" cy="6048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279BA8-E237-4FF0-98CC-9F061DD14017}">
      <dsp:nvSpPr>
        <dsp:cNvPr id="0" name=""/>
        <dsp:cNvSpPr/>
      </dsp:nvSpPr>
      <dsp:spPr>
        <a:xfrm>
          <a:off x="525780" y="3329109"/>
          <a:ext cx="7360920" cy="708480"/>
        </a:xfrm>
        <a:prstGeom prst="roundRect">
          <a:avLst/>
        </a:prstGeom>
        <a:solidFill>
          <a:srgbClr val="156082">
            <a:hueOff val="0"/>
            <a:satOff val="0"/>
            <a:lumOff val="0"/>
            <a:alphaOff val="0"/>
          </a:srgbClr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solidFill>
                <a:prstClr val="white"/>
              </a:solidFill>
              <a:latin typeface="Aptos" panose="02110004020202020204"/>
              <a:ea typeface="+mn-ea"/>
              <a:cs typeface="+mn-cs"/>
            </a:rPr>
            <a:t>Ehab Sobh</a:t>
          </a:r>
        </a:p>
      </dsp:txBody>
      <dsp:txXfrm>
        <a:off x="560365" y="3363694"/>
        <a:ext cx="7291750" cy="63931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6C55FF-72D8-4797-830B-BA16843EE4F8}">
      <dsp:nvSpPr>
        <dsp:cNvPr id="0" name=""/>
        <dsp:cNvSpPr/>
      </dsp:nvSpPr>
      <dsp:spPr>
        <a:xfrm>
          <a:off x="3364992" y="172"/>
          <a:ext cx="3785616" cy="5212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Introduction</a:t>
          </a:r>
          <a:endParaRPr lang="en-US" sz="2600" kern="1200" dirty="0"/>
        </a:p>
      </dsp:txBody>
      <dsp:txXfrm>
        <a:off x="3390436" y="25616"/>
        <a:ext cx="3734728" cy="470333"/>
      </dsp:txXfrm>
    </dsp:sp>
    <dsp:sp modelId="{28672D61-4021-4500-96E4-68BFF2E94D05}">
      <dsp:nvSpPr>
        <dsp:cNvPr id="0" name=""/>
        <dsp:cNvSpPr/>
      </dsp:nvSpPr>
      <dsp:spPr>
        <a:xfrm>
          <a:off x="3364992" y="547455"/>
          <a:ext cx="3785616" cy="5212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Cleaning</a:t>
          </a:r>
          <a:endParaRPr lang="en-US" sz="2600" kern="1200" dirty="0"/>
        </a:p>
      </dsp:txBody>
      <dsp:txXfrm>
        <a:off x="3390436" y="572899"/>
        <a:ext cx="3734728" cy="470333"/>
      </dsp:txXfrm>
    </dsp:sp>
    <dsp:sp modelId="{BC37441F-65CD-4E88-BD9D-EA1A01897928}">
      <dsp:nvSpPr>
        <dsp:cNvPr id="0" name=""/>
        <dsp:cNvSpPr/>
      </dsp:nvSpPr>
      <dsp:spPr>
        <a:xfrm>
          <a:off x="3364992" y="1094737"/>
          <a:ext cx="3785616" cy="5212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Modeling</a:t>
          </a:r>
          <a:endParaRPr lang="en-US" sz="2600" kern="1200" dirty="0"/>
        </a:p>
      </dsp:txBody>
      <dsp:txXfrm>
        <a:off x="3390436" y="1120181"/>
        <a:ext cx="3734728" cy="470333"/>
      </dsp:txXfrm>
    </dsp:sp>
    <dsp:sp modelId="{6CA1F8D5-2260-4E95-A681-DEB7CFCD6459}">
      <dsp:nvSpPr>
        <dsp:cNvPr id="0" name=""/>
        <dsp:cNvSpPr/>
      </dsp:nvSpPr>
      <dsp:spPr>
        <a:xfrm>
          <a:off x="3364992" y="1642020"/>
          <a:ext cx="3785616" cy="5212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Sales Analysis</a:t>
          </a:r>
          <a:endParaRPr lang="en-US" sz="2600" kern="1200" dirty="0"/>
        </a:p>
      </dsp:txBody>
      <dsp:txXfrm>
        <a:off x="3390436" y="1667464"/>
        <a:ext cx="3734728" cy="470333"/>
      </dsp:txXfrm>
    </dsp:sp>
    <dsp:sp modelId="{938B0EB5-096E-4FE5-837D-D73802EB8977}">
      <dsp:nvSpPr>
        <dsp:cNvPr id="0" name=""/>
        <dsp:cNvSpPr/>
      </dsp:nvSpPr>
      <dsp:spPr>
        <a:xfrm>
          <a:off x="3364992" y="2189302"/>
          <a:ext cx="3785616" cy="5212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Customer Insights</a:t>
          </a:r>
          <a:endParaRPr lang="en-US" sz="2600" kern="1200" dirty="0"/>
        </a:p>
      </dsp:txBody>
      <dsp:txXfrm>
        <a:off x="3390436" y="2214746"/>
        <a:ext cx="3734728" cy="470333"/>
      </dsp:txXfrm>
    </dsp:sp>
    <dsp:sp modelId="{03CA9647-7DB9-46BE-809D-15E8F711DF94}">
      <dsp:nvSpPr>
        <dsp:cNvPr id="0" name=""/>
        <dsp:cNvSpPr/>
      </dsp:nvSpPr>
      <dsp:spPr>
        <a:xfrm>
          <a:off x="3364992" y="2736584"/>
          <a:ext cx="3785616" cy="5212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Product Performance</a:t>
          </a:r>
        </a:p>
      </dsp:txBody>
      <dsp:txXfrm>
        <a:off x="3390436" y="2762028"/>
        <a:ext cx="3734728" cy="470333"/>
      </dsp:txXfrm>
    </dsp:sp>
    <dsp:sp modelId="{FE55C61B-02EC-48C9-8DA6-026BEC183CE9}">
      <dsp:nvSpPr>
        <dsp:cNvPr id="0" name=""/>
        <dsp:cNvSpPr/>
      </dsp:nvSpPr>
      <dsp:spPr>
        <a:xfrm>
          <a:off x="3364992" y="3283867"/>
          <a:ext cx="3785616" cy="5212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Shipping Analysis</a:t>
          </a:r>
        </a:p>
      </dsp:txBody>
      <dsp:txXfrm>
        <a:off x="3390436" y="3309311"/>
        <a:ext cx="3734728" cy="470333"/>
      </dsp:txXfrm>
    </dsp:sp>
    <dsp:sp modelId="{7FFE1716-A3F8-4C11-AB0A-FB564CCA649C}">
      <dsp:nvSpPr>
        <dsp:cNvPr id="0" name=""/>
        <dsp:cNvSpPr/>
      </dsp:nvSpPr>
      <dsp:spPr>
        <a:xfrm>
          <a:off x="3364992" y="3831149"/>
          <a:ext cx="3785616" cy="5212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Regional Performance</a:t>
          </a:r>
          <a:endParaRPr lang="en-US" sz="2600" kern="1200" dirty="0"/>
        </a:p>
      </dsp:txBody>
      <dsp:txXfrm>
        <a:off x="3390436" y="3856593"/>
        <a:ext cx="3734728" cy="47033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A8541A-D9F5-4EAE-BF8D-FB40B3031D01}">
      <dsp:nvSpPr>
        <dsp:cNvPr id="0" name=""/>
        <dsp:cNvSpPr/>
      </dsp:nvSpPr>
      <dsp:spPr>
        <a:xfrm>
          <a:off x="1747800" y="609132"/>
          <a:ext cx="1944000" cy="1944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373506-93F0-405F-843A-001353A3F773}">
      <dsp:nvSpPr>
        <dsp:cNvPr id="0" name=""/>
        <dsp:cNvSpPr/>
      </dsp:nvSpPr>
      <dsp:spPr>
        <a:xfrm>
          <a:off x="559800" y="3023411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solidFill>
                <a:schemeClr val="bg1"/>
              </a:solidFill>
            </a:rPr>
            <a:t>Overview of the Superstore Sales Dataset</a:t>
          </a:r>
        </a:p>
      </dsp:txBody>
      <dsp:txXfrm>
        <a:off x="559800" y="3023411"/>
        <a:ext cx="4320000" cy="720000"/>
      </dsp:txXfrm>
    </dsp:sp>
    <dsp:sp modelId="{995DF49D-A59F-436B-BDEE-02AC3F684CBA}">
      <dsp:nvSpPr>
        <dsp:cNvPr id="0" name=""/>
        <dsp:cNvSpPr/>
      </dsp:nvSpPr>
      <dsp:spPr>
        <a:xfrm>
          <a:off x="6823800" y="609132"/>
          <a:ext cx="1944000" cy="1944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A5C919-B649-4015-B883-113742A8B4F0}">
      <dsp:nvSpPr>
        <dsp:cNvPr id="0" name=""/>
        <dsp:cNvSpPr/>
      </dsp:nvSpPr>
      <dsp:spPr>
        <a:xfrm>
          <a:off x="5635800" y="3023411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solidFill>
                <a:schemeClr val="bg1"/>
              </a:solidFill>
            </a:rPr>
            <a:t>Business Objectives &amp; Data Scope</a:t>
          </a:r>
        </a:p>
      </dsp:txBody>
      <dsp:txXfrm>
        <a:off x="5635800" y="3023411"/>
        <a:ext cx="432000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148290-D9CA-4FBE-AEB3-D0FEEC0175CD}">
      <dsp:nvSpPr>
        <dsp:cNvPr id="0" name=""/>
        <dsp:cNvSpPr/>
      </dsp:nvSpPr>
      <dsp:spPr>
        <a:xfrm>
          <a:off x="6563" y="865420"/>
          <a:ext cx="2051635" cy="246196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2656" tIns="0" rIns="202656" bIns="33020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📊 Total sales and average order value</a:t>
          </a:r>
        </a:p>
      </dsp:txBody>
      <dsp:txXfrm>
        <a:off x="6563" y="1850206"/>
        <a:ext cx="2051635" cy="1477177"/>
      </dsp:txXfrm>
    </dsp:sp>
    <dsp:sp modelId="{5A8B4551-C06A-485F-ABFC-8E3C1C954C18}">
      <dsp:nvSpPr>
        <dsp:cNvPr id="0" name=""/>
        <dsp:cNvSpPr/>
      </dsp:nvSpPr>
      <dsp:spPr>
        <a:xfrm>
          <a:off x="6563" y="865420"/>
          <a:ext cx="2051635" cy="984785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2656" tIns="165100" rIns="202656" bIns="165100" numCol="1" spcCol="1270" anchor="ctr" anchorCtr="0">
          <a:noAutofit/>
        </a:bodyPr>
        <a:lstStyle/>
        <a:p>
          <a:pPr marL="0" lvl="0" indent="0" algn="l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/>
            <a:t>01</a:t>
          </a:r>
        </a:p>
      </dsp:txBody>
      <dsp:txXfrm>
        <a:off x="6563" y="865420"/>
        <a:ext cx="2051635" cy="984785"/>
      </dsp:txXfrm>
    </dsp:sp>
    <dsp:sp modelId="{13E13550-5DC1-4115-B111-702F824FF9A8}">
      <dsp:nvSpPr>
        <dsp:cNvPr id="0" name=""/>
        <dsp:cNvSpPr/>
      </dsp:nvSpPr>
      <dsp:spPr>
        <a:xfrm>
          <a:off x="2222329" y="865420"/>
          <a:ext cx="2051635" cy="246196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2656" tIns="0" rIns="202656" bIns="33020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📆 Sales trends over time (monthly or yearly)</a:t>
          </a:r>
        </a:p>
      </dsp:txBody>
      <dsp:txXfrm>
        <a:off x="2222329" y="1850206"/>
        <a:ext cx="2051635" cy="1477177"/>
      </dsp:txXfrm>
    </dsp:sp>
    <dsp:sp modelId="{907247F2-0052-43D7-9A8A-4850713CED41}">
      <dsp:nvSpPr>
        <dsp:cNvPr id="0" name=""/>
        <dsp:cNvSpPr/>
      </dsp:nvSpPr>
      <dsp:spPr>
        <a:xfrm>
          <a:off x="2222329" y="865420"/>
          <a:ext cx="2051635" cy="984785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2656" tIns="165100" rIns="202656" bIns="165100" numCol="1" spcCol="1270" anchor="ctr" anchorCtr="0">
          <a:noAutofit/>
        </a:bodyPr>
        <a:lstStyle/>
        <a:p>
          <a:pPr marL="0" lvl="0" indent="0" algn="l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/>
            <a:t>02</a:t>
          </a:r>
        </a:p>
      </dsp:txBody>
      <dsp:txXfrm>
        <a:off x="2222329" y="865420"/>
        <a:ext cx="2051635" cy="984785"/>
      </dsp:txXfrm>
    </dsp:sp>
    <dsp:sp modelId="{9AD8EF2B-E86D-410C-99E3-7F5E48A48503}">
      <dsp:nvSpPr>
        <dsp:cNvPr id="0" name=""/>
        <dsp:cNvSpPr/>
      </dsp:nvSpPr>
      <dsp:spPr>
        <a:xfrm>
          <a:off x="4438096" y="865420"/>
          <a:ext cx="2051635" cy="246196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2656" tIns="0" rIns="202656" bIns="33020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🗺️ Sales by </a:t>
          </a:r>
          <a:r>
            <a:rPr lang="en-US" sz="1900" b="1" kern="1200" dirty="0"/>
            <a:t>Region</a:t>
          </a:r>
          <a:r>
            <a:rPr lang="en-US" sz="1900" kern="1200" dirty="0"/>
            <a:t> and </a:t>
          </a:r>
          <a:r>
            <a:rPr lang="en-US" sz="1900" b="1" kern="1200" dirty="0"/>
            <a:t>State</a:t>
          </a:r>
          <a:endParaRPr lang="en-US" sz="1900" kern="1200" dirty="0"/>
        </a:p>
      </dsp:txBody>
      <dsp:txXfrm>
        <a:off x="4438096" y="1850206"/>
        <a:ext cx="2051635" cy="1477177"/>
      </dsp:txXfrm>
    </dsp:sp>
    <dsp:sp modelId="{30EDF2F7-88CA-43D3-8330-D6738E772EBB}">
      <dsp:nvSpPr>
        <dsp:cNvPr id="0" name=""/>
        <dsp:cNvSpPr/>
      </dsp:nvSpPr>
      <dsp:spPr>
        <a:xfrm>
          <a:off x="4438096" y="865420"/>
          <a:ext cx="2051635" cy="984785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2656" tIns="165100" rIns="202656" bIns="165100" numCol="1" spcCol="1270" anchor="ctr" anchorCtr="0">
          <a:noAutofit/>
        </a:bodyPr>
        <a:lstStyle/>
        <a:p>
          <a:pPr marL="0" lvl="0" indent="0" algn="l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/>
            <a:t>03</a:t>
          </a:r>
        </a:p>
      </dsp:txBody>
      <dsp:txXfrm>
        <a:off x="4438096" y="865420"/>
        <a:ext cx="2051635" cy="984785"/>
      </dsp:txXfrm>
    </dsp:sp>
    <dsp:sp modelId="{112CB558-D0D0-4918-A389-2D1317F505D5}">
      <dsp:nvSpPr>
        <dsp:cNvPr id="0" name=""/>
        <dsp:cNvSpPr/>
      </dsp:nvSpPr>
      <dsp:spPr>
        <a:xfrm>
          <a:off x="6653863" y="865420"/>
          <a:ext cx="2051635" cy="246196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2656" tIns="0" rIns="202656" bIns="33020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🛍️ Sales by </a:t>
          </a:r>
          <a:r>
            <a:rPr lang="en-US" sz="1900" b="1" kern="1200" dirty="0"/>
            <a:t>Category</a:t>
          </a:r>
          <a:r>
            <a:rPr lang="en-US" sz="1900" kern="1200" dirty="0"/>
            <a:t> and </a:t>
          </a:r>
          <a:r>
            <a:rPr lang="en-US" sz="1900" b="1" kern="1200" dirty="0"/>
            <a:t>Sub-Category</a:t>
          </a:r>
          <a:endParaRPr lang="en-US" sz="1900" kern="1200" dirty="0"/>
        </a:p>
      </dsp:txBody>
      <dsp:txXfrm>
        <a:off x="6653863" y="1850206"/>
        <a:ext cx="2051635" cy="1477177"/>
      </dsp:txXfrm>
    </dsp:sp>
    <dsp:sp modelId="{08AD6B9A-DE4F-4DBF-8BCF-E889FEE0193A}">
      <dsp:nvSpPr>
        <dsp:cNvPr id="0" name=""/>
        <dsp:cNvSpPr/>
      </dsp:nvSpPr>
      <dsp:spPr>
        <a:xfrm>
          <a:off x="6653863" y="865420"/>
          <a:ext cx="2051635" cy="984785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2656" tIns="165100" rIns="202656" bIns="165100" numCol="1" spcCol="1270" anchor="ctr" anchorCtr="0">
          <a:noAutofit/>
        </a:bodyPr>
        <a:lstStyle/>
        <a:p>
          <a:pPr marL="0" lvl="0" indent="0" algn="l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/>
            <a:t>04</a:t>
          </a:r>
        </a:p>
      </dsp:txBody>
      <dsp:txXfrm>
        <a:off x="6653863" y="865420"/>
        <a:ext cx="2051635" cy="984785"/>
      </dsp:txXfrm>
    </dsp:sp>
    <dsp:sp modelId="{5D377E17-4B1B-49FD-9086-62CAF5A69CB1}">
      <dsp:nvSpPr>
        <dsp:cNvPr id="0" name=""/>
        <dsp:cNvSpPr/>
      </dsp:nvSpPr>
      <dsp:spPr>
        <a:xfrm>
          <a:off x="8869630" y="865420"/>
          <a:ext cx="2051635" cy="2461963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2656" tIns="0" rIns="202656" bIns="33020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💰 Identify </a:t>
          </a:r>
          <a:r>
            <a:rPr lang="en-US" sz="1900" b="1" kern="1200"/>
            <a:t>seasonal patterns</a:t>
          </a:r>
          <a:r>
            <a:rPr lang="en-US" sz="1900" kern="1200"/>
            <a:t> or </a:t>
          </a:r>
          <a:r>
            <a:rPr lang="en-US" sz="1900" b="1" kern="1200"/>
            <a:t>growth trends</a:t>
          </a:r>
          <a:endParaRPr lang="en-US" sz="1900" kern="1200"/>
        </a:p>
      </dsp:txBody>
      <dsp:txXfrm>
        <a:off x="8869630" y="1850206"/>
        <a:ext cx="2051635" cy="1477177"/>
      </dsp:txXfrm>
    </dsp:sp>
    <dsp:sp modelId="{15494639-0573-4A83-9ABB-73165692BB1D}">
      <dsp:nvSpPr>
        <dsp:cNvPr id="0" name=""/>
        <dsp:cNvSpPr/>
      </dsp:nvSpPr>
      <dsp:spPr>
        <a:xfrm>
          <a:off x="8869630" y="865420"/>
          <a:ext cx="2051635" cy="984785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2656" tIns="165100" rIns="202656" bIns="165100" numCol="1" spcCol="1270" anchor="ctr" anchorCtr="0">
          <a:noAutofit/>
        </a:bodyPr>
        <a:lstStyle/>
        <a:p>
          <a:pPr marL="0" lvl="0" indent="0" algn="l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/>
            <a:t>05</a:t>
          </a:r>
        </a:p>
      </dsp:txBody>
      <dsp:txXfrm>
        <a:off x="8869630" y="865420"/>
        <a:ext cx="2051635" cy="98478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2F3AA2-5AE0-4F7E-9566-FB7CC46140DD}">
      <dsp:nvSpPr>
        <dsp:cNvPr id="0" name=""/>
        <dsp:cNvSpPr/>
      </dsp:nvSpPr>
      <dsp:spPr>
        <a:xfrm>
          <a:off x="0" y="0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89474F-1CB6-48D4-8303-0C373FE6242F}">
      <dsp:nvSpPr>
        <dsp:cNvPr id="0" name=""/>
        <dsp:cNvSpPr/>
      </dsp:nvSpPr>
      <dsp:spPr>
        <a:xfrm>
          <a:off x="0" y="0"/>
          <a:ext cx="10515600" cy="5439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👥 </a:t>
          </a:r>
          <a:r>
            <a:rPr lang="en-US" sz="3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Customer segmentation (Consumer, Corporate)</a:t>
          </a:r>
        </a:p>
      </dsp:txBody>
      <dsp:txXfrm>
        <a:off x="0" y="0"/>
        <a:ext cx="10515600" cy="543917"/>
      </dsp:txXfrm>
    </dsp:sp>
    <dsp:sp modelId="{1D006B74-3E9F-4953-8128-024CD0F1DF13}">
      <dsp:nvSpPr>
        <dsp:cNvPr id="0" name=""/>
        <dsp:cNvSpPr/>
      </dsp:nvSpPr>
      <dsp:spPr>
        <a:xfrm>
          <a:off x="0" y="543917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618805-3DF4-461F-857D-D7D343F68358}">
      <dsp:nvSpPr>
        <dsp:cNvPr id="0" name=""/>
        <dsp:cNvSpPr/>
      </dsp:nvSpPr>
      <dsp:spPr>
        <a:xfrm>
          <a:off x="0" y="543917"/>
          <a:ext cx="10515600" cy="5439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🚻 </a:t>
          </a:r>
          <a:r>
            <a:rPr lang="en-US" sz="3600" kern="1200" dirty="0"/>
            <a:t>Sales by gender</a:t>
          </a:r>
        </a:p>
      </dsp:txBody>
      <dsp:txXfrm>
        <a:off x="0" y="543917"/>
        <a:ext cx="10515600" cy="543917"/>
      </dsp:txXfrm>
    </dsp:sp>
    <dsp:sp modelId="{BE4EC82F-F9B1-4C67-B977-1791F2A69821}">
      <dsp:nvSpPr>
        <dsp:cNvPr id="0" name=""/>
        <dsp:cNvSpPr/>
      </dsp:nvSpPr>
      <dsp:spPr>
        <a:xfrm>
          <a:off x="0" y="1087834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3A3BAE-93C9-44AB-B36E-F7542FAD030C}">
      <dsp:nvSpPr>
        <dsp:cNvPr id="0" name=""/>
        <dsp:cNvSpPr/>
      </dsp:nvSpPr>
      <dsp:spPr>
        <a:xfrm>
          <a:off x="0" y="1087834"/>
          <a:ext cx="10515600" cy="5439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💎 </a:t>
          </a:r>
          <a:r>
            <a:rPr lang="en-US" sz="3600" kern="1200" dirty="0"/>
            <a:t>Top customers by revenue and order frequency</a:t>
          </a:r>
        </a:p>
      </dsp:txBody>
      <dsp:txXfrm>
        <a:off x="0" y="1087834"/>
        <a:ext cx="10515600" cy="543917"/>
      </dsp:txXfrm>
    </dsp:sp>
    <dsp:sp modelId="{438A9CFC-8E50-413D-8AA1-70D2AC84EA55}">
      <dsp:nvSpPr>
        <dsp:cNvPr id="0" name=""/>
        <dsp:cNvSpPr/>
      </dsp:nvSpPr>
      <dsp:spPr>
        <a:xfrm>
          <a:off x="0" y="1631751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FF98B0-CA8F-49DA-8A89-AE6AA8E07C5A}">
      <dsp:nvSpPr>
        <dsp:cNvPr id="0" name=""/>
        <dsp:cNvSpPr/>
      </dsp:nvSpPr>
      <dsp:spPr>
        <a:xfrm>
          <a:off x="0" y="1631751"/>
          <a:ext cx="10515600" cy="5439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🧭 </a:t>
          </a:r>
          <a:r>
            <a:rPr lang="en-US" sz="3600" kern="1200" dirty="0"/>
            <a:t>Customer distribution by region</a:t>
          </a:r>
        </a:p>
      </dsp:txBody>
      <dsp:txXfrm>
        <a:off x="0" y="1631751"/>
        <a:ext cx="10515600" cy="543917"/>
      </dsp:txXfrm>
    </dsp:sp>
    <dsp:sp modelId="{12F2D4E5-9ECB-4FCB-A87D-6D9E9FB87F6C}">
      <dsp:nvSpPr>
        <dsp:cNvPr id="0" name=""/>
        <dsp:cNvSpPr/>
      </dsp:nvSpPr>
      <dsp:spPr>
        <a:xfrm>
          <a:off x="0" y="2175669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25EB97-7C99-4F50-AB3F-68F22538CDB6}">
      <dsp:nvSpPr>
        <dsp:cNvPr id="0" name=""/>
        <dsp:cNvSpPr/>
      </dsp:nvSpPr>
      <dsp:spPr>
        <a:xfrm>
          <a:off x="0" y="2175669"/>
          <a:ext cx="10515600" cy="5439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 dirty="0"/>
        </a:p>
      </dsp:txBody>
      <dsp:txXfrm>
        <a:off x="0" y="2175669"/>
        <a:ext cx="10515600" cy="543917"/>
      </dsp:txXfrm>
    </dsp:sp>
    <dsp:sp modelId="{920BBBB4-DEF6-4E57-871B-DCD07F7801C1}">
      <dsp:nvSpPr>
        <dsp:cNvPr id="0" name=""/>
        <dsp:cNvSpPr/>
      </dsp:nvSpPr>
      <dsp:spPr>
        <a:xfrm>
          <a:off x="0" y="2719586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CC69C7-2E78-46ED-BE03-45645AC570D9}">
      <dsp:nvSpPr>
        <dsp:cNvPr id="0" name=""/>
        <dsp:cNvSpPr/>
      </dsp:nvSpPr>
      <dsp:spPr>
        <a:xfrm>
          <a:off x="0" y="2719586"/>
          <a:ext cx="10515600" cy="5439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 dirty="0"/>
        </a:p>
      </dsp:txBody>
      <dsp:txXfrm>
        <a:off x="0" y="2719586"/>
        <a:ext cx="10515600" cy="543917"/>
      </dsp:txXfrm>
    </dsp:sp>
    <dsp:sp modelId="{D3FF5EFC-6177-446A-93AA-6DFE6B43D541}">
      <dsp:nvSpPr>
        <dsp:cNvPr id="0" name=""/>
        <dsp:cNvSpPr/>
      </dsp:nvSpPr>
      <dsp:spPr>
        <a:xfrm>
          <a:off x="0" y="3263503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50D3DE-BB33-42A3-86C3-9697163B32AE}">
      <dsp:nvSpPr>
        <dsp:cNvPr id="0" name=""/>
        <dsp:cNvSpPr/>
      </dsp:nvSpPr>
      <dsp:spPr>
        <a:xfrm>
          <a:off x="0" y="3263503"/>
          <a:ext cx="10515600" cy="5439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 dirty="0"/>
        </a:p>
      </dsp:txBody>
      <dsp:txXfrm>
        <a:off x="0" y="3263503"/>
        <a:ext cx="10515600" cy="543917"/>
      </dsp:txXfrm>
    </dsp:sp>
    <dsp:sp modelId="{5BBC0B6A-53D2-46E5-A721-9AAEBD0236AD}">
      <dsp:nvSpPr>
        <dsp:cNvPr id="0" name=""/>
        <dsp:cNvSpPr/>
      </dsp:nvSpPr>
      <dsp:spPr>
        <a:xfrm>
          <a:off x="0" y="3807420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E4D83D-7646-4B1C-BB81-BF66055060E0}">
      <dsp:nvSpPr>
        <dsp:cNvPr id="0" name=""/>
        <dsp:cNvSpPr/>
      </dsp:nvSpPr>
      <dsp:spPr>
        <a:xfrm>
          <a:off x="0" y="3807420"/>
          <a:ext cx="10515600" cy="5439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 dirty="0"/>
        </a:p>
      </dsp:txBody>
      <dsp:txXfrm>
        <a:off x="0" y="3807420"/>
        <a:ext cx="10515600" cy="54391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1ED480-50D9-4A2A-8054-89FBC6E182DB}">
      <dsp:nvSpPr>
        <dsp:cNvPr id="0" name=""/>
        <dsp:cNvSpPr/>
      </dsp:nvSpPr>
      <dsp:spPr>
        <a:xfrm>
          <a:off x="0" y="531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8ED914-DD2B-44B7-8B26-91D5DCE175A0}">
      <dsp:nvSpPr>
        <dsp:cNvPr id="0" name=""/>
        <dsp:cNvSpPr/>
      </dsp:nvSpPr>
      <dsp:spPr>
        <a:xfrm>
          <a:off x="0" y="531"/>
          <a:ext cx="10515600" cy="483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Content for this slide:</a:t>
          </a:r>
          <a:endParaRPr lang="en-US" sz="2000" kern="1200"/>
        </a:p>
      </dsp:txBody>
      <dsp:txXfrm>
        <a:off x="0" y="531"/>
        <a:ext cx="10515600" cy="483363"/>
      </dsp:txXfrm>
    </dsp:sp>
    <dsp:sp modelId="{FC3AFECB-9F1C-4797-9538-7AEDEFC37599}">
      <dsp:nvSpPr>
        <dsp:cNvPr id="0" name=""/>
        <dsp:cNvSpPr/>
      </dsp:nvSpPr>
      <dsp:spPr>
        <a:xfrm>
          <a:off x="0" y="483895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F51CBD-976F-40BE-8BEC-75844CE5F25F}">
      <dsp:nvSpPr>
        <dsp:cNvPr id="0" name=""/>
        <dsp:cNvSpPr/>
      </dsp:nvSpPr>
      <dsp:spPr>
        <a:xfrm>
          <a:off x="0" y="483895"/>
          <a:ext cx="10515600" cy="483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🏆 Top-selling products by revenue</a:t>
          </a:r>
        </a:p>
      </dsp:txBody>
      <dsp:txXfrm>
        <a:off x="0" y="483895"/>
        <a:ext cx="10515600" cy="483363"/>
      </dsp:txXfrm>
    </dsp:sp>
    <dsp:sp modelId="{405D4EC0-935C-4C6A-BCED-0C7E258607A9}">
      <dsp:nvSpPr>
        <dsp:cNvPr id="0" name=""/>
        <dsp:cNvSpPr/>
      </dsp:nvSpPr>
      <dsp:spPr>
        <a:xfrm>
          <a:off x="0" y="967259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8B29E9-D3A7-46BA-8C7E-010095AFDC05}">
      <dsp:nvSpPr>
        <dsp:cNvPr id="0" name=""/>
        <dsp:cNvSpPr/>
      </dsp:nvSpPr>
      <dsp:spPr>
        <a:xfrm>
          <a:off x="0" y="967259"/>
          <a:ext cx="10515600" cy="483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📦 Sales vs. quantity sold</a:t>
          </a:r>
        </a:p>
      </dsp:txBody>
      <dsp:txXfrm>
        <a:off x="0" y="967259"/>
        <a:ext cx="10515600" cy="483363"/>
      </dsp:txXfrm>
    </dsp:sp>
    <dsp:sp modelId="{9271E999-8FC8-49F4-8B27-3CC8ED878FF1}">
      <dsp:nvSpPr>
        <dsp:cNvPr id="0" name=""/>
        <dsp:cNvSpPr/>
      </dsp:nvSpPr>
      <dsp:spPr>
        <a:xfrm>
          <a:off x="0" y="1450623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85A61E-80FD-44AE-AA11-0FCFA1B6396E}">
      <dsp:nvSpPr>
        <dsp:cNvPr id="0" name=""/>
        <dsp:cNvSpPr/>
      </dsp:nvSpPr>
      <dsp:spPr>
        <a:xfrm>
          <a:off x="0" y="1450623"/>
          <a:ext cx="10515600" cy="483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💸 Profitability by category or sub-category</a:t>
          </a:r>
        </a:p>
      </dsp:txBody>
      <dsp:txXfrm>
        <a:off x="0" y="1450623"/>
        <a:ext cx="10515600" cy="483363"/>
      </dsp:txXfrm>
    </dsp:sp>
    <dsp:sp modelId="{787CF82B-8C2C-4FA1-88E8-08B79B1D3D2F}">
      <dsp:nvSpPr>
        <dsp:cNvPr id="0" name=""/>
        <dsp:cNvSpPr/>
      </dsp:nvSpPr>
      <dsp:spPr>
        <a:xfrm>
          <a:off x="0" y="1933987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D91200-5FE1-4CB7-8049-E40FAB064CE4}">
      <dsp:nvSpPr>
        <dsp:cNvPr id="0" name=""/>
        <dsp:cNvSpPr/>
      </dsp:nvSpPr>
      <dsp:spPr>
        <a:xfrm>
          <a:off x="0" y="1933987"/>
          <a:ext cx="10515600" cy="483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📉 Identify low-performing products for improvement</a:t>
          </a:r>
        </a:p>
      </dsp:txBody>
      <dsp:txXfrm>
        <a:off x="0" y="1933987"/>
        <a:ext cx="10515600" cy="483363"/>
      </dsp:txXfrm>
    </dsp:sp>
    <dsp:sp modelId="{C41B4292-CE70-4651-876E-D9A12FC5F3F9}">
      <dsp:nvSpPr>
        <dsp:cNvPr id="0" name=""/>
        <dsp:cNvSpPr/>
      </dsp:nvSpPr>
      <dsp:spPr>
        <a:xfrm>
          <a:off x="0" y="2417350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DFDE85-E523-4A43-87D6-667C5DEFE476}">
      <dsp:nvSpPr>
        <dsp:cNvPr id="0" name=""/>
        <dsp:cNvSpPr/>
      </dsp:nvSpPr>
      <dsp:spPr>
        <a:xfrm>
          <a:off x="0" y="2417350"/>
          <a:ext cx="10515600" cy="483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Charts to Include:</a:t>
          </a:r>
          <a:endParaRPr lang="en-US" sz="2000" kern="1200" dirty="0"/>
        </a:p>
      </dsp:txBody>
      <dsp:txXfrm>
        <a:off x="0" y="2417350"/>
        <a:ext cx="10515600" cy="483363"/>
      </dsp:txXfrm>
    </dsp:sp>
    <dsp:sp modelId="{00798156-2474-49FB-9883-C5B845B059EA}">
      <dsp:nvSpPr>
        <dsp:cNvPr id="0" name=""/>
        <dsp:cNvSpPr/>
      </dsp:nvSpPr>
      <dsp:spPr>
        <a:xfrm>
          <a:off x="0" y="2900714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9D1830-F987-4E47-92B7-1D8CA4FFC79F}">
      <dsp:nvSpPr>
        <dsp:cNvPr id="0" name=""/>
        <dsp:cNvSpPr/>
      </dsp:nvSpPr>
      <dsp:spPr>
        <a:xfrm>
          <a:off x="0" y="2900714"/>
          <a:ext cx="10515600" cy="483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Bar chart: Sales by product</a:t>
          </a:r>
        </a:p>
      </dsp:txBody>
      <dsp:txXfrm>
        <a:off x="0" y="2900714"/>
        <a:ext cx="10515600" cy="483363"/>
      </dsp:txXfrm>
    </dsp:sp>
    <dsp:sp modelId="{156CCDF8-4EEB-43B3-B557-B66AFA84544E}">
      <dsp:nvSpPr>
        <dsp:cNvPr id="0" name=""/>
        <dsp:cNvSpPr/>
      </dsp:nvSpPr>
      <dsp:spPr>
        <a:xfrm>
          <a:off x="0" y="3384078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41F8A0-98C2-409A-BBC5-40F469839831}">
      <dsp:nvSpPr>
        <dsp:cNvPr id="0" name=""/>
        <dsp:cNvSpPr/>
      </dsp:nvSpPr>
      <dsp:spPr>
        <a:xfrm>
          <a:off x="0" y="3384078"/>
          <a:ext cx="10515600" cy="483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Tree map: Profit by category</a:t>
          </a:r>
        </a:p>
      </dsp:txBody>
      <dsp:txXfrm>
        <a:off x="0" y="3384078"/>
        <a:ext cx="10515600" cy="483363"/>
      </dsp:txXfrm>
    </dsp:sp>
    <dsp:sp modelId="{6DE07A04-961B-4E20-A141-D0BA6A439632}">
      <dsp:nvSpPr>
        <dsp:cNvPr id="0" name=""/>
        <dsp:cNvSpPr/>
      </dsp:nvSpPr>
      <dsp:spPr>
        <a:xfrm>
          <a:off x="0" y="3867442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AF9B8B-0DD4-4662-A9C7-4C21D18444DC}">
      <dsp:nvSpPr>
        <dsp:cNvPr id="0" name=""/>
        <dsp:cNvSpPr/>
      </dsp:nvSpPr>
      <dsp:spPr>
        <a:xfrm>
          <a:off x="0" y="3867442"/>
          <a:ext cx="10515600" cy="483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Scatter plot: Sales vs. profit</a:t>
          </a:r>
        </a:p>
      </dsp:txBody>
      <dsp:txXfrm>
        <a:off x="0" y="3867442"/>
        <a:ext cx="10515600" cy="483363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79B4AC-04C1-4F4B-A60B-BE2B95E9DE0E}">
      <dsp:nvSpPr>
        <dsp:cNvPr id="0" name=""/>
        <dsp:cNvSpPr/>
      </dsp:nvSpPr>
      <dsp:spPr>
        <a:xfrm>
          <a:off x="0" y="0"/>
          <a:ext cx="10515600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7C8CB1-6102-493B-835A-3E0FFFB1377F}">
      <dsp:nvSpPr>
        <dsp:cNvPr id="0" name=""/>
        <dsp:cNvSpPr/>
      </dsp:nvSpPr>
      <dsp:spPr>
        <a:xfrm>
          <a:off x="0" y="0"/>
          <a:ext cx="10515600" cy="5439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Content for this slide:</a:t>
          </a:r>
          <a:endParaRPr lang="en-US" sz="2300" kern="1200"/>
        </a:p>
      </dsp:txBody>
      <dsp:txXfrm>
        <a:off x="0" y="0"/>
        <a:ext cx="10515600" cy="543917"/>
      </dsp:txXfrm>
    </dsp:sp>
    <dsp:sp modelId="{A01948D3-B04D-409F-9638-476B2D598E10}">
      <dsp:nvSpPr>
        <dsp:cNvPr id="0" name=""/>
        <dsp:cNvSpPr/>
      </dsp:nvSpPr>
      <dsp:spPr>
        <a:xfrm>
          <a:off x="0" y="543917"/>
          <a:ext cx="10515600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4FF563-247F-481B-A034-835A564C6BF3}">
      <dsp:nvSpPr>
        <dsp:cNvPr id="0" name=""/>
        <dsp:cNvSpPr/>
      </dsp:nvSpPr>
      <dsp:spPr>
        <a:xfrm>
          <a:off x="0" y="543917"/>
          <a:ext cx="10515600" cy="5439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🚚 Shipping modes (Standard, Second Class, First Class, Same Day)</a:t>
          </a:r>
        </a:p>
      </dsp:txBody>
      <dsp:txXfrm>
        <a:off x="0" y="543917"/>
        <a:ext cx="10515600" cy="543917"/>
      </dsp:txXfrm>
    </dsp:sp>
    <dsp:sp modelId="{E096BF3E-A795-4594-89DC-0A9FED41E8F9}">
      <dsp:nvSpPr>
        <dsp:cNvPr id="0" name=""/>
        <dsp:cNvSpPr/>
      </dsp:nvSpPr>
      <dsp:spPr>
        <a:xfrm>
          <a:off x="0" y="1087834"/>
          <a:ext cx="10515600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B4B70A-4DDC-44E1-8D50-0B677E051BF8}">
      <dsp:nvSpPr>
        <dsp:cNvPr id="0" name=""/>
        <dsp:cNvSpPr/>
      </dsp:nvSpPr>
      <dsp:spPr>
        <a:xfrm>
          <a:off x="0" y="1087834"/>
          <a:ext cx="10515600" cy="5439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⏱ Average shipment duration by mode</a:t>
          </a:r>
        </a:p>
      </dsp:txBody>
      <dsp:txXfrm>
        <a:off x="0" y="1087834"/>
        <a:ext cx="10515600" cy="543917"/>
      </dsp:txXfrm>
    </dsp:sp>
    <dsp:sp modelId="{BB75D796-1321-49DD-89D3-C372F7B2FF39}">
      <dsp:nvSpPr>
        <dsp:cNvPr id="0" name=""/>
        <dsp:cNvSpPr/>
      </dsp:nvSpPr>
      <dsp:spPr>
        <a:xfrm>
          <a:off x="0" y="1631751"/>
          <a:ext cx="10515600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E00353-DE6E-49B3-84CE-234FACC0EB26}">
      <dsp:nvSpPr>
        <dsp:cNvPr id="0" name=""/>
        <dsp:cNvSpPr/>
      </dsp:nvSpPr>
      <dsp:spPr>
        <a:xfrm>
          <a:off x="0" y="1631751"/>
          <a:ext cx="10515600" cy="5439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📦 Relationship between shipment duration and sales value</a:t>
          </a:r>
        </a:p>
      </dsp:txBody>
      <dsp:txXfrm>
        <a:off x="0" y="1631751"/>
        <a:ext cx="10515600" cy="543917"/>
      </dsp:txXfrm>
    </dsp:sp>
    <dsp:sp modelId="{DBF6CFB7-3433-44DA-83F9-A9C0528A90AC}">
      <dsp:nvSpPr>
        <dsp:cNvPr id="0" name=""/>
        <dsp:cNvSpPr/>
      </dsp:nvSpPr>
      <dsp:spPr>
        <a:xfrm>
          <a:off x="0" y="2175669"/>
          <a:ext cx="10515600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C63296-1326-4FE9-8D8C-467C06F62797}">
      <dsp:nvSpPr>
        <dsp:cNvPr id="0" name=""/>
        <dsp:cNvSpPr/>
      </dsp:nvSpPr>
      <dsp:spPr>
        <a:xfrm>
          <a:off x="0" y="2175669"/>
          <a:ext cx="10515600" cy="5439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🧾 Cost efficiency of different shipping methods</a:t>
          </a:r>
        </a:p>
      </dsp:txBody>
      <dsp:txXfrm>
        <a:off x="0" y="2175669"/>
        <a:ext cx="10515600" cy="543917"/>
      </dsp:txXfrm>
    </dsp:sp>
    <dsp:sp modelId="{50095F5B-600D-4788-A51E-07D344A8E880}">
      <dsp:nvSpPr>
        <dsp:cNvPr id="0" name=""/>
        <dsp:cNvSpPr/>
      </dsp:nvSpPr>
      <dsp:spPr>
        <a:xfrm>
          <a:off x="0" y="2719586"/>
          <a:ext cx="10515600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3B40F5-DCF4-4419-9CB0-5C1F7B9F9CA6}">
      <dsp:nvSpPr>
        <dsp:cNvPr id="0" name=""/>
        <dsp:cNvSpPr/>
      </dsp:nvSpPr>
      <dsp:spPr>
        <a:xfrm>
          <a:off x="0" y="2719586"/>
          <a:ext cx="10515600" cy="5439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Charts to Include:</a:t>
          </a:r>
          <a:endParaRPr lang="en-US" sz="2300" kern="1200"/>
        </a:p>
      </dsp:txBody>
      <dsp:txXfrm>
        <a:off x="0" y="2719586"/>
        <a:ext cx="10515600" cy="543917"/>
      </dsp:txXfrm>
    </dsp:sp>
    <dsp:sp modelId="{9C8C13D2-7466-466A-815D-4FF1BCBC15A4}">
      <dsp:nvSpPr>
        <dsp:cNvPr id="0" name=""/>
        <dsp:cNvSpPr/>
      </dsp:nvSpPr>
      <dsp:spPr>
        <a:xfrm>
          <a:off x="0" y="3263503"/>
          <a:ext cx="10515600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EC5285-7826-4585-BF17-F6F332DADFC3}">
      <dsp:nvSpPr>
        <dsp:cNvPr id="0" name=""/>
        <dsp:cNvSpPr/>
      </dsp:nvSpPr>
      <dsp:spPr>
        <a:xfrm>
          <a:off x="0" y="3263503"/>
          <a:ext cx="10515600" cy="5439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Bar chart: Shipment duration by mode</a:t>
          </a:r>
        </a:p>
      </dsp:txBody>
      <dsp:txXfrm>
        <a:off x="0" y="3263503"/>
        <a:ext cx="10515600" cy="543917"/>
      </dsp:txXfrm>
    </dsp:sp>
    <dsp:sp modelId="{FC51850A-8C29-403D-ADC4-1A1864F4F570}">
      <dsp:nvSpPr>
        <dsp:cNvPr id="0" name=""/>
        <dsp:cNvSpPr/>
      </dsp:nvSpPr>
      <dsp:spPr>
        <a:xfrm>
          <a:off x="0" y="3807420"/>
          <a:ext cx="10515600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16E1C1-2021-4EB5-8315-C8E9E4C7A480}">
      <dsp:nvSpPr>
        <dsp:cNvPr id="0" name=""/>
        <dsp:cNvSpPr/>
      </dsp:nvSpPr>
      <dsp:spPr>
        <a:xfrm>
          <a:off x="0" y="3807420"/>
          <a:ext cx="10515600" cy="5439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Line chart: Delivery times trend</a:t>
          </a:r>
        </a:p>
      </dsp:txBody>
      <dsp:txXfrm>
        <a:off x="0" y="3807420"/>
        <a:ext cx="10515600" cy="543917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59AF18-574D-4EDB-880C-3716DE208421}">
      <dsp:nvSpPr>
        <dsp:cNvPr id="0" name=""/>
        <dsp:cNvSpPr/>
      </dsp:nvSpPr>
      <dsp:spPr>
        <a:xfrm>
          <a:off x="0" y="0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6C31CB-FA40-47CE-B531-C06D50F9D389}">
      <dsp:nvSpPr>
        <dsp:cNvPr id="0" name=""/>
        <dsp:cNvSpPr/>
      </dsp:nvSpPr>
      <dsp:spPr>
        <a:xfrm>
          <a:off x="0" y="0"/>
          <a:ext cx="10515600" cy="5439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Content for this slide:</a:t>
          </a:r>
          <a:endParaRPr lang="en-US" sz="2300" kern="1200"/>
        </a:p>
      </dsp:txBody>
      <dsp:txXfrm>
        <a:off x="0" y="0"/>
        <a:ext cx="10515600" cy="543917"/>
      </dsp:txXfrm>
    </dsp:sp>
    <dsp:sp modelId="{D75820DA-128B-473B-8230-02D144FC9EF1}">
      <dsp:nvSpPr>
        <dsp:cNvPr id="0" name=""/>
        <dsp:cNvSpPr/>
      </dsp:nvSpPr>
      <dsp:spPr>
        <a:xfrm>
          <a:off x="0" y="543917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F5EC6B-2984-4961-8BFF-EFA16AD3CCB2}">
      <dsp:nvSpPr>
        <dsp:cNvPr id="0" name=""/>
        <dsp:cNvSpPr/>
      </dsp:nvSpPr>
      <dsp:spPr>
        <a:xfrm>
          <a:off x="0" y="543917"/>
          <a:ext cx="10515600" cy="5439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🗺️ Regional sales comparison (East, West, Central, South)</a:t>
          </a:r>
        </a:p>
      </dsp:txBody>
      <dsp:txXfrm>
        <a:off x="0" y="543917"/>
        <a:ext cx="10515600" cy="543917"/>
      </dsp:txXfrm>
    </dsp:sp>
    <dsp:sp modelId="{E2C5ACFA-CFB2-4F47-AAA2-B55D66DA19FB}">
      <dsp:nvSpPr>
        <dsp:cNvPr id="0" name=""/>
        <dsp:cNvSpPr/>
      </dsp:nvSpPr>
      <dsp:spPr>
        <a:xfrm>
          <a:off x="0" y="1087834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5D3CED-B857-45B3-975B-0C1D0331D3FA}">
      <dsp:nvSpPr>
        <dsp:cNvPr id="0" name=""/>
        <dsp:cNvSpPr/>
      </dsp:nvSpPr>
      <dsp:spPr>
        <a:xfrm>
          <a:off x="0" y="1087834"/>
          <a:ext cx="10515600" cy="5439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💲 Top states and cities by revenue</a:t>
          </a:r>
        </a:p>
      </dsp:txBody>
      <dsp:txXfrm>
        <a:off x="0" y="1087834"/>
        <a:ext cx="10515600" cy="543917"/>
      </dsp:txXfrm>
    </dsp:sp>
    <dsp:sp modelId="{329C631E-BAAD-4A2D-AC23-710E884551E2}">
      <dsp:nvSpPr>
        <dsp:cNvPr id="0" name=""/>
        <dsp:cNvSpPr/>
      </dsp:nvSpPr>
      <dsp:spPr>
        <a:xfrm>
          <a:off x="0" y="1631751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B80C40-FF4C-4EF4-A2E9-A9BF48956707}">
      <dsp:nvSpPr>
        <dsp:cNvPr id="0" name=""/>
        <dsp:cNvSpPr/>
      </dsp:nvSpPr>
      <dsp:spPr>
        <a:xfrm>
          <a:off x="0" y="1631751"/>
          <a:ext cx="10515600" cy="5439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📈 Growth potential by region</a:t>
          </a:r>
        </a:p>
      </dsp:txBody>
      <dsp:txXfrm>
        <a:off x="0" y="1631751"/>
        <a:ext cx="10515600" cy="543917"/>
      </dsp:txXfrm>
    </dsp:sp>
    <dsp:sp modelId="{2D5092F0-0983-4D91-86A0-3C97FE6661C5}">
      <dsp:nvSpPr>
        <dsp:cNvPr id="0" name=""/>
        <dsp:cNvSpPr/>
      </dsp:nvSpPr>
      <dsp:spPr>
        <a:xfrm>
          <a:off x="0" y="2175669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E4A159-4F22-457B-9620-7C90B61CCA21}">
      <dsp:nvSpPr>
        <dsp:cNvPr id="0" name=""/>
        <dsp:cNvSpPr/>
      </dsp:nvSpPr>
      <dsp:spPr>
        <a:xfrm>
          <a:off x="0" y="2175669"/>
          <a:ext cx="10515600" cy="5439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⚖️ Regional contribution to total sales</a:t>
          </a:r>
        </a:p>
      </dsp:txBody>
      <dsp:txXfrm>
        <a:off x="0" y="2175669"/>
        <a:ext cx="10515600" cy="543917"/>
      </dsp:txXfrm>
    </dsp:sp>
    <dsp:sp modelId="{EFB1E130-8B55-409B-B441-8AEA5DDA7663}">
      <dsp:nvSpPr>
        <dsp:cNvPr id="0" name=""/>
        <dsp:cNvSpPr/>
      </dsp:nvSpPr>
      <dsp:spPr>
        <a:xfrm>
          <a:off x="0" y="2719586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3C9468-F9D3-4AFD-A91D-451BCBEDAB65}">
      <dsp:nvSpPr>
        <dsp:cNvPr id="0" name=""/>
        <dsp:cNvSpPr/>
      </dsp:nvSpPr>
      <dsp:spPr>
        <a:xfrm>
          <a:off x="0" y="2719586"/>
          <a:ext cx="10515600" cy="5439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Charts to Include:</a:t>
          </a:r>
          <a:endParaRPr lang="en-US" sz="2300" kern="1200"/>
        </a:p>
      </dsp:txBody>
      <dsp:txXfrm>
        <a:off x="0" y="2719586"/>
        <a:ext cx="10515600" cy="543917"/>
      </dsp:txXfrm>
    </dsp:sp>
    <dsp:sp modelId="{710852A6-9C21-4C9C-95C7-E914930730DE}">
      <dsp:nvSpPr>
        <dsp:cNvPr id="0" name=""/>
        <dsp:cNvSpPr/>
      </dsp:nvSpPr>
      <dsp:spPr>
        <a:xfrm>
          <a:off x="0" y="3263503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BD3A87-2866-4D55-A395-CC509DAE163D}">
      <dsp:nvSpPr>
        <dsp:cNvPr id="0" name=""/>
        <dsp:cNvSpPr/>
      </dsp:nvSpPr>
      <dsp:spPr>
        <a:xfrm>
          <a:off x="0" y="3263503"/>
          <a:ext cx="10515600" cy="5439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Map visualization: Sales by region</a:t>
          </a:r>
        </a:p>
      </dsp:txBody>
      <dsp:txXfrm>
        <a:off x="0" y="3263503"/>
        <a:ext cx="10515600" cy="543917"/>
      </dsp:txXfrm>
    </dsp:sp>
    <dsp:sp modelId="{5D09D279-20C9-4555-9D07-54BC8ECAF5BA}">
      <dsp:nvSpPr>
        <dsp:cNvPr id="0" name=""/>
        <dsp:cNvSpPr/>
      </dsp:nvSpPr>
      <dsp:spPr>
        <a:xfrm>
          <a:off x="0" y="3807420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5BFEFA-A732-45CF-BCB7-6AD7B8E75545}">
      <dsp:nvSpPr>
        <dsp:cNvPr id="0" name=""/>
        <dsp:cNvSpPr/>
      </dsp:nvSpPr>
      <dsp:spPr>
        <a:xfrm>
          <a:off x="0" y="3807420"/>
          <a:ext cx="10515600" cy="5439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Column chart: Top 10 states by sales</a:t>
          </a:r>
        </a:p>
      </dsp:txBody>
      <dsp:txXfrm>
        <a:off x="0" y="3807420"/>
        <a:ext cx="10515600" cy="54391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C3B9C1-79FA-473D-9641-E0930D5BEB3D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0E19B7-770D-475E-8038-D5EFC41C9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9565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A73E20-EC91-25FC-525C-86C2AC937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30084B-7CEA-3440-636A-351CDC415C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3CEADB-341F-803B-2133-E0E3FAAADD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5D7C6F-AB6D-B42E-364C-242E97DD10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0E19B7-770D-475E-8038-D5EFC41C9A3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4827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0E19B7-770D-475E-8038-D5EFC41C9A3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6474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0E19B7-770D-475E-8038-D5EFC41C9A3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0003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49763-9DBB-F5B5-76B3-49395DA44E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307A31-203E-110D-8B58-A138724F82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B08FE1-21AB-AB88-CB3D-24BAF7562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29726-11C5-470D-B103-E2546CA92345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12BA0B-BDF6-D06F-609F-54B20F61B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ECD51F-3CFA-7836-0635-EDF43F807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FC460-DD65-42B3-B38E-36F157C5A2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4081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AAC86-E424-0913-2296-8E2173542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06DFA-5F0E-60AE-E185-F18051464A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ED4C47-EE43-CD3F-98CA-82166C9BE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29726-11C5-470D-B103-E2546CA92345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F7DB54-11C3-7648-BC68-A4A06AA84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D72FC6-3AD2-5D71-C610-64C5CF60E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FC460-DD65-42B3-B38E-36F157C5A2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2481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AD7B9-9404-7843-5D30-E86AE5551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A696B8-EE0D-3439-70B1-F06F22446A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1A07E0-3724-C7EF-9AD9-A4F49BFEE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29726-11C5-470D-B103-E2546CA92345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942A8C-DD96-6D61-8E3B-182F7CF7C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F893E4-D7E0-9E4B-7A31-AF40D2CC5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FC460-DD65-42B3-B38E-36F157C5A2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296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8D5F1-608F-BC05-FCC2-A917479E1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29ECD9-9F29-120E-34A2-E3D6F8E4B8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9C7773-16A8-90D0-BFDA-9A5DBFE3C2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36C12B-EC8C-4FDF-792F-117BCD2D0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29726-11C5-470D-B103-E2546CA92345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3EEDEC-32B5-D420-20A3-308E4881C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0C74F0-E4F2-A16C-8EB3-EE759280C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FC460-DD65-42B3-B38E-36F157C5A2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88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21462-40A0-4712-00B5-73FFD14CB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00DA1D-ECC9-180D-425E-5ABDCA8B96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CFC2D2-23C3-B146-0401-309E5C7C1C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A8D2D1-8653-2F23-B71F-56CE8E2147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C91EAE-2704-73B7-00A5-2F45E2913F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5B9480-0B98-D551-5155-821C3D2DF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29726-11C5-470D-B103-E2546CA92345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30DC6E-8228-618A-BC23-A5750DC8A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25697D-E99B-C127-048C-78A58047D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FC460-DD65-42B3-B38E-36F157C5A2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0613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08EC9-88E2-2DB3-4AE4-F0B4AD82A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D0C56B-D6A4-2A8E-97CE-55EF81762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29726-11C5-470D-B103-E2546CA92345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70C441-4C8D-75B1-6306-0EB6D1078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004668-EB4D-2231-198B-38C68AB81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FC460-DD65-42B3-B38E-36F157C5A2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94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785439-A6FD-354D-19BF-F725AF5BC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29726-11C5-470D-B103-E2546CA92345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C0984B-74BA-6044-6133-C769BA7B8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BE5477-598E-DF63-8E1E-1F140EE11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FC460-DD65-42B3-B38E-36F157C5A2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5413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44430-CFB0-7C02-BFAA-996D7BED6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49D376-AA1C-6D06-03B7-3FFDAF7494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DF76E2-D571-3668-9F89-4874552E58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CC784C-FC2E-072B-9D68-4234055D5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29726-11C5-470D-B103-E2546CA92345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2B94AD-4FA1-592E-BA2F-FAFA13E1A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CB1967-192D-7687-685C-B05B48F50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FC460-DD65-42B3-B38E-36F157C5A2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8320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BD37B-9806-337D-DADF-10D8EF9F2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F99619-0245-DB08-FAB8-B9559EE5AA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C8238B-4788-C284-CB91-B05CF4A810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3F0E9B-C1B0-FC56-F293-A6AF0142D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29726-11C5-470D-B103-E2546CA92345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67260D-7DFA-2951-0BC1-005276B60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200220-C002-663C-6965-1938CEFAB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FC460-DD65-42B3-B38E-36F157C5A2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2898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61269-73C8-7647-33F6-694188718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A5B69F-252D-A7DC-C83B-612C1D29D5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B26F38-2165-2DA8-50CA-5E5FF6794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29726-11C5-470D-B103-E2546CA92345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086FC9-C029-6D16-5DC3-6CD7C1076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249047-FE07-A7B1-CD2E-E12D226EF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FC460-DD65-42B3-B38E-36F157C5A2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463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DBB78F-D9BA-18E4-B937-8D475142DB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EBE6B4-2292-22A8-30D3-E45602E40A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6A9808-45BE-8A1B-AF6C-9E064D545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29726-11C5-470D-B103-E2546CA92345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CF71A3-399E-283F-85C4-FA6824BE3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3B6A38-E0D2-F47D-9D02-529707898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FC460-DD65-42B3-B38E-36F157C5A2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3359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9917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5438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0866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6912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801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97545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72216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7053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87852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34865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6027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D143E3-35DA-645F-7B68-1026768F1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35813D-5619-19A4-E406-D5F5C7BB29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4DAECF-11A2-C80A-9F7C-B6B9180A74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B29726-11C5-470D-B103-E2546CA92345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1E6D74-0197-DAD6-1F10-0DC2D05DE5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748DFB-9491-2D82-EB55-24A3001D96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EFC460-DD65-42B3-B38E-36F157C5A2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705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472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1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2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3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4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5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tangle 84">
            <a:extLst>
              <a:ext uri="{FF2B5EF4-FFF2-40B4-BE49-F238E27FC236}">
                <a16:creationId xmlns:a16="http://schemas.microsoft.com/office/drawing/2014/main" id="{27BDFED6-6E33-4606-AFE2-886ADB1C0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 descr="A person pushing a shopping cart&#10;&#10;AI-generated content may be incorrect.">
            <a:extLst>
              <a:ext uri="{FF2B5EF4-FFF2-40B4-BE49-F238E27FC236}">
                <a16:creationId xmlns:a16="http://schemas.microsoft.com/office/drawing/2014/main" id="{24C43B96-7421-86D0-75EB-18584275DDE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t="6354" r="-1" b="15653"/>
          <a:stretch>
            <a:fillRect/>
          </a:stretch>
        </p:blipFill>
        <p:spPr>
          <a:xfrm>
            <a:off x="4547937" y="-5"/>
            <a:ext cx="7644062" cy="3681406"/>
          </a:xfrm>
          <a:prstGeom prst="rect">
            <a:avLst/>
          </a:prstGeom>
        </p:spPr>
      </p:pic>
      <p:pic>
        <p:nvPicPr>
          <p:cNvPr id="5" name="Picture 4" descr="A store with shelves of cigarettes&#10;&#10;AI-generated content may be incorrect.">
            <a:extLst>
              <a:ext uri="{FF2B5EF4-FFF2-40B4-BE49-F238E27FC236}">
                <a16:creationId xmlns:a16="http://schemas.microsoft.com/office/drawing/2014/main" id="{01BECF7C-843A-3376-E102-EDACEA1794D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6544" r="-1" b="3446"/>
          <a:stretch>
            <a:fillRect/>
          </a:stretch>
        </p:blipFill>
        <p:spPr>
          <a:xfrm>
            <a:off x="4547938" y="3681409"/>
            <a:ext cx="7644062" cy="3176595"/>
          </a:xfrm>
          <a:prstGeom prst="rect">
            <a:avLst/>
          </a:prstGeom>
        </p:spPr>
      </p:pic>
      <p:sp>
        <p:nvSpPr>
          <p:cNvPr id="87" name="Rectangle 86">
            <a:extLst>
              <a:ext uri="{FF2B5EF4-FFF2-40B4-BE49-F238E27FC236}">
                <a16:creationId xmlns:a16="http://schemas.microsoft.com/office/drawing/2014/main" id="{890DEF05-784E-4B61-89E4-04C4ECF4E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6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C0035B-85F1-F519-31EB-AEA42A5710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708030"/>
            <a:ext cx="6538546" cy="973371"/>
          </a:xfrm>
        </p:spPr>
        <p:txBody>
          <a:bodyPr>
            <a:normAutofit/>
          </a:bodyPr>
          <a:lstStyle/>
          <a:p>
            <a:pPr algn="l"/>
            <a:r>
              <a:rPr lang="en-US" sz="5000" dirty="0">
                <a:solidFill>
                  <a:schemeClr val="bg1"/>
                </a:solidFill>
              </a:rPr>
              <a:t> </a:t>
            </a:r>
            <a:r>
              <a:rPr lang="en-US" sz="5000" b="1" dirty="0">
                <a:solidFill>
                  <a:schemeClr val="bg1"/>
                </a:solidFill>
                <a:latin typeface="Elephant" panose="02020904090505020303" pitchFamily="18" charset="0"/>
              </a:rPr>
              <a:t>Super Store Sales </a:t>
            </a:r>
          </a:p>
        </p:txBody>
      </p: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C41BAEC7-F7B0-4224-8B18-8F74B7D87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3681408"/>
            <a:ext cx="1135379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4AF55F4-B982-AE99-04DB-43064524040A}"/>
              </a:ext>
            </a:extLst>
          </p:cNvPr>
          <p:cNvCxnSpPr/>
          <p:nvPr/>
        </p:nvCxnSpPr>
        <p:spPr>
          <a:xfrm>
            <a:off x="838200" y="3681401"/>
            <a:ext cx="109474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8365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8" name="Rectangle 107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F9F405-878B-FA26-16BD-3ED7D7B48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6995"/>
            <a:ext cx="10515600" cy="1133693"/>
          </a:xfrm>
        </p:spPr>
        <p:txBody>
          <a:bodyPr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5200" b="1"/>
              <a:t>Team Members</a:t>
            </a:r>
          </a:p>
        </p:txBody>
      </p:sp>
      <p:graphicFrame>
        <p:nvGraphicFramePr>
          <p:cNvPr id="103" name="Content Placeholder 13">
            <a:extLst>
              <a:ext uri="{FF2B5EF4-FFF2-40B4-BE49-F238E27FC236}">
                <a16:creationId xmlns:a16="http://schemas.microsoft.com/office/drawing/2014/main" id="{5DC4288A-56D9-C8AF-3184-EA4CB70756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6009154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46586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5E2EB9-F6FD-46F4-47AE-0D2D02044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DB1DA-DE3B-502F-7269-3BA66D247A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8"/>
            <a:ext cx="10515600" cy="1133499"/>
          </a:xfrm>
        </p:spPr>
        <p:txBody>
          <a:bodyPr>
            <a:normAutofit/>
          </a:bodyPr>
          <a:lstStyle/>
          <a:p>
            <a:pPr algn="ctr"/>
            <a:r>
              <a:rPr lang="en-US" sz="5200" b="1" dirty="0"/>
              <a:t>Table of contents</a:t>
            </a:r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D432076F-AD6C-9DFD-33CA-CE09641AC90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18388419"/>
              </p:ext>
            </p:extLst>
          </p:nvPr>
        </p:nvGraphicFramePr>
        <p:xfrm>
          <a:off x="838200" y="1828800"/>
          <a:ext cx="105156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9544306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E48647-1434-0E57-43FD-7D856166A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0BD7806-706F-D677-FE80-8AEDE17D103F}"/>
              </a:ext>
            </a:extLst>
          </p:cNvPr>
          <p:cNvSpPr txBox="1">
            <a:spLocks/>
          </p:cNvSpPr>
          <p:nvPr/>
        </p:nvSpPr>
        <p:spPr>
          <a:xfrm>
            <a:off x="-17022" y="557188"/>
            <a:ext cx="12192000" cy="11334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5200" b="1" dirty="0">
                <a:solidFill>
                  <a:schemeClr val="bg1"/>
                </a:solidFill>
              </a:rPr>
              <a:t>Introduction</a:t>
            </a:r>
          </a:p>
        </p:txBody>
      </p:sp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648A04D1-295D-EC1C-4F59-A981D4CE097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640274"/>
              </p:ext>
            </p:extLst>
          </p:nvPr>
        </p:nvGraphicFramePr>
        <p:xfrm>
          <a:off x="838200" y="1828800"/>
          <a:ext cx="105156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119323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447216-487B-3F45-2BB8-761DBB122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227396-17B2-F969-AE56-E2D9D02DE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2567" y="818984"/>
            <a:ext cx="6714699" cy="317868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Cleaning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426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D4F76F-CC77-1D95-31C8-D6F9E3514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F0A604E4-7307-451C-93BE-F1F7E1BF3B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1219200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7F3A0AA-35E5-4085-942B-7378390306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282344"/>
            <a:ext cx="12191998" cy="1590742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02F5C38-C747-4173-ABBF-656E39E82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5282344"/>
            <a:ext cx="8115300" cy="1590742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5282344"/>
            <a:ext cx="12191998" cy="1590742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4E9666-C4A9-9235-7D86-947CBD1BB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5490971"/>
            <a:ext cx="6962072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Before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DD0332-1171-7034-073F-2D9BE5E45D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" y="0"/>
            <a:ext cx="12192000" cy="5282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5959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DA0464-0A90-CA50-D82E-E819DFAB9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F0A604E4-7307-451C-93BE-F1F7E1BF3B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1219200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7F3A0AA-35E5-4085-942B-7378390306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282344"/>
            <a:ext cx="12191998" cy="1590742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02F5C38-C747-4173-ABBF-656E39E82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5282344"/>
            <a:ext cx="8115300" cy="1590742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5282344"/>
            <a:ext cx="12191998" cy="1590742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3076BD-F5CC-76AB-A248-4CF06DCA2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5490971"/>
            <a:ext cx="6962072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After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97A4F55-E689-53B7-F8ED-48356DAC4E1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2" t="-2" r="5819" b="3"/>
          <a:stretch>
            <a:fillRect/>
          </a:stretch>
        </p:blipFill>
        <p:spPr>
          <a:xfrm>
            <a:off x="-1" y="583796"/>
            <a:ext cx="12191995" cy="3851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859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50A416-FE72-B6C9-8902-FF2C55514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07AC21-6D2D-5BF1-EB84-21B5EC79A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b="1">
                <a:solidFill>
                  <a:srgbClr val="FFFFFF"/>
                </a:solidFill>
              </a:rPr>
              <a:t>Sales Analysis</a:t>
            </a:r>
          </a:p>
        </p:txBody>
      </p:sp>
      <p:graphicFrame>
        <p:nvGraphicFramePr>
          <p:cNvPr id="25" name="Content Placeholder 2">
            <a:extLst>
              <a:ext uri="{FF2B5EF4-FFF2-40B4-BE49-F238E27FC236}">
                <a16:creationId xmlns:a16="http://schemas.microsoft.com/office/drawing/2014/main" id="{669EE9D0-8CE5-6221-477E-ACEF9354DFE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0790815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670746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20C87C-EACC-0AC8-2F55-3D94F6AA0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4" name="Rectangle 53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A785DC-C3C4-283C-9E5B-46FBB5BF5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571500" indent="-571500"/>
            <a:r>
              <a:rPr lang="en-US" sz="4000" b="1">
                <a:solidFill>
                  <a:srgbClr val="FFFFFF"/>
                </a:solidFill>
              </a:rPr>
              <a:t>Sales Analysis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5B1F9E-47F6-9913-774C-8D447937CE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113" y="2885001"/>
            <a:ext cx="6393314" cy="272885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F331B85-7A96-D279-7EB6-24E3D0F8F5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9553" y="1818655"/>
            <a:ext cx="3750334" cy="486154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761166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1D7CAD-D533-BE29-4028-4A849C9F6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8DD9A-9060-916C-0D90-2BB9CEAAE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b="1" dirty="0"/>
              <a:t>Customer Insights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33E784E-E7B3-A98E-7743-34A2B2B49BC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77859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8BC5BB2A-DAD1-C75E-EDD3-E4D5D1282AAE}"/>
              </a:ext>
            </a:extLst>
          </p:cNvPr>
          <p:cNvSpPr/>
          <p:nvPr/>
        </p:nvSpPr>
        <p:spPr>
          <a:xfrm>
            <a:off x="838200" y="4001294"/>
            <a:ext cx="10515600" cy="218506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8121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BCC769-3F13-FFA0-DBFA-AA5BA5064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CF145E-E064-0918-15C2-1BB03092E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571500" indent="-571500"/>
            <a:r>
              <a:rPr lang="en-US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Customer Insights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BA955B-FE60-D505-A079-F3FA7EF699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1588" y="1966293"/>
            <a:ext cx="6168823" cy="445216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7641115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B3B70E-8AEE-B2CF-E814-F9C76471C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CE7DF-84C8-CF60-55E3-84A3075D5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b="1" dirty="0"/>
              <a:t>Product Performance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A940A85-9B70-084E-7050-C61DAB486D7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D9CA380F-BAB8-B7A3-A8BF-5DE2F17BDCE4}"/>
              </a:ext>
            </a:extLst>
          </p:cNvPr>
          <p:cNvSpPr/>
          <p:nvPr/>
        </p:nvSpPr>
        <p:spPr>
          <a:xfrm>
            <a:off x="836675" y="4227872"/>
            <a:ext cx="10515600" cy="19490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1030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542AA1-926D-A324-B6FD-5DF497F0E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5" name="Rectangle 64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26CF51-D747-33C6-5F97-CBDF2F894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571500" indent="-571500"/>
            <a:r>
              <a:rPr lang="en-US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Product Performance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226803-3F2C-8E64-5CA8-D0011F873A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5320" y="1966293"/>
            <a:ext cx="7041359" cy="445216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5980127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78E131-3F0F-D137-BAE7-6A6DF6DA9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625182-EF30-A47E-78F9-777C591B0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6995"/>
            <a:ext cx="10515600" cy="1133693"/>
          </a:xfrm>
        </p:spPr>
        <p:txBody>
          <a:bodyPr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5200" b="1"/>
              <a:t>Shipping Analysis</a:t>
            </a:r>
          </a:p>
        </p:txBody>
      </p:sp>
      <p:graphicFrame>
        <p:nvGraphicFramePr>
          <p:cNvPr id="25" name="Content Placeholder 2">
            <a:extLst>
              <a:ext uri="{FF2B5EF4-FFF2-40B4-BE49-F238E27FC236}">
                <a16:creationId xmlns:a16="http://schemas.microsoft.com/office/drawing/2014/main" id="{76FD04EB-BA17-513F-E334-C9E1DB102B3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8846117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E98166A2-6115-B3C4-7B88-9DE7CDED5F6E}"/>
              </a:ext>
            </a:extLst>
          </p:cNvPr>
          <p:cNvSpPr/>
          <p:nvPr/>
        </p:nvSpPr>
        <p:spPr>
          <a:xfrm>
            <a:off x="836675" y="4542068"/>
            <a:ext cx="10515600" cy="16348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9302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4A8B91-5EAC-FE3B-5343-52EA2FF21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4" name="Rectangle 63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5EF723-FF18-DE3D-ABBB-48B50B1702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571500" indent="-571500"/>
            <a:r>
              <a:rPr lang="en-US" sz="4000" b="1">
                <a:solidFill>
                  <a:srgbClr val="FFFFFF"/>
                </a:solidFill>
              </a:rPr>
              <a:t>Shipping Analysis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05C564E-FEE9-FC0C-0C00-D4BB11508A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448" y="5257800"/>
            <a:ext cx="5722920" cy="143073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0804C7C-13A8-D084-4B5F-8C626CAF62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0095" y="1738207"/>
            <a:ext cx="5822257" cy="383709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5668721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66391-680D-BC84-0465-A719DAA4E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DD31C-3510-2BB0-5016-E29D3645C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b="1" dirty="0"/>
              <a:t>Regional Performance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93747B4-5E00-CBC8-EDDA-A2D1C7F3E5C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54AEFBDC-6B78-EE75-71C5-A28B5FFF9B2B}"/>
              </a:ext>
            </a:extLst>
          </p:cNvPr>
          <p:cNvSpPr/>
          <p:nvPr/>
        </p:nvSpPr>
        <p:spPr>
          <a:xfrm>
            <a:off x="838200" y="4542068"/>
            <a:ext cx="10515600" cy="16348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3387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24F6FC-FE19-3954-75FC-AB3960C6C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4" name="Rectangle 63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417D1B-94B9-831A-C0D9-87F5A41DE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571500" indent="-571500"/>
            <a:r>
              <a:rPr lang="en-US" sz="4000" b="1">
                <a:solidFill>
                  <a:srgbClr val="FFFFFF"/>
                </a:solidFill>
              </a:rPr>
              <a:t>Regional Performance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B54A6D-FDDF-00E2-A411-1ADC89E210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714" y="1826992"/>
            <a:ext cx="6405289" cy="467784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C9BEEA5-B7BE-277E-18C7-449C7A8371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856" y="1826992"/>
            <a:ext cx="3359651" cy="467784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7313454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dd-in_Banner">
            <a:extLst>
              <a:ext uri="{FF2B5EF4-FFF2-40B4-BE49-F238E27FC236}">
                <a16:creationId xmlns:a16="http://schemas.microsoft.com/office/drawing/2014/main" id="{3469E413-BCF5-4E2F-BE4B-EB617C589F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Add-in_Icon" descr="Icon for Microsoft Power BI.">
            <a:extLst>
              <a:ext uri="{FF2B5EF4-FFF2-40B4-BE49-F238E27FC236}">
                <a16:creationId xmlns:a16="http://schemas.microsoft.com/office/drawing/2014/main" id="{87D43E1C-7B4D-44A2-8E6D-6786349BFB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Add-in content for Microsoft Power BI."/>
              <p:cNvGraphicFramePr>
                <a:graphicFrameLocks noGrp="1"/>
              </p:cNvGraphicFramePr>
              <p:nvPr/>
            </p:nvGraphicFramePr>
            <p:xfrm>
              <a:off x="721012" y="1170879"/>
              <a:ext cx="10749976" cy="5335725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Add-in" descr="Add-in content for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1012" y="1170879"/>
                <a:ext cx="10749976" cy="533572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98668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dd-in_Banner">
            <a:extLst>
              <a:ext uri="{FF2B5EF4-FFF2-40B4-BE49-F238E27FC236}">
                <a16:creationId xmlns:a16="http://schemas.microsoft.com/office/drawing/2014/main" id="{3469E413-BCF5-4E2F-BE4B-EB617C589F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Add-in_Icon" descr="Icon for Microsoft Power BI.">
            <a:extLst>
              <a:ext uri="{FF2B5EF4-FFF2-40B4-BE49-F238E27FC236}">
                <a16:creationId xmlns:a16="http://schemas.microsoft.com/office/drawing/2014/main" id="{87D43E1C-7B4D-44A2-8E6D-6786349BFB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Add-in content for Microsoft Power BI."/>
              <p:cNvGraphicFramePr>
                <a:graphicFrameLocks noGrp="1"/>
              </p:cNvGraphicFramePr>
              <p:nvPr/>
            </p:nvGraphicFramePr>
            <p:xfrm>
              <a:off x="721012" y="1170879"/>
              <a:ext cx="10749976" cy="5335725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Add-in" descr="Add-in content for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1012" y="1170879"/>
                <a:ext cx="10749976" cy="533572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468627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dd-in_Banner">
            <a:extLst>
              <a:ext uri="{FF2B5EF4-FFF2-40B4-BE49-F238E27FC236}">
                <a16:creationId xmlns:a16="http://schemas.microsoft.com/office/drawing/2014/main" id="{3469E413-BCF5-4E2F-BE4B-EB617C589F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Add-in_Icon" descr="Icon for Microsoft Power BI.">
            <a:extLst>
              <a:ext uri="{FF2B5EF4-FFF2-40B4-BE49-F238E27FC236}">
                <a16:creationId xmlns:a16="http://schemas.microsoft.com/office/drawing/2014/main" id="{87D43E1C-7B4D-44A2-8E6D-6786349BFB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Add-in content for Microsoft Power BI."/>
              <p:cNvGraphicFramePr>
                <a:graphicFrameLocks noGrp="1"/>
              </p:cNvGraphicFramePr>
              <p:nvPr/>
            </p:nvGraphicFramePr>
            <p:xfrm>
              <a:off x="721012" y="1170879"/>
              <a:ext cx="10749976" cy="5335725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Add-in" descr="Add-in content for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1012" y="1170879"/>
                <a:ext cx="10749976" cy="533572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369766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dd-in_Banner">
            <a:extLst>
              <a:ext uri="{FF2B5EF4-FFF2-40B4-BE49-F238E27FC236}">
                <a16:creationId xmlns:a16="http://schemas.microsoft.com/office/drawing/2014/main" id="{3469E413-BCF5-4E2F-BE4B-EB617C589F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Add-in_Icon" descr="Icon for Microsoft Power BI.">
            <a:extLst>
              <a:ext uri="{FF2B5EF4-FFF2-40B4-BE49-F238E27FC236}">
                <a16:creationId xmlns:a16="http://schemas.microsoft.com/office/drawing/2014/main" id="{87D43E1C-7B4D-44A2-8E6D-6786349BFB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Add-in content for Microsoft Power BI."/>
              <p:cNvGraphicFramePr>
                <a:graphicFrameLocks noGrp="1"/>
              </p:cNvGraphicFramePr>
              <p:nvPr/>
            </p:nvGraphicFramePr>
            <p:xfrm>
              <a:off x="721012" y="1170879"/>
              <a:ext cx="10749976" cy="5335725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Add-in" descr="Add-in content for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1012" y="1170879"/>
                <a:ext cx="10749976" cy="533572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223704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dd-in_Banner">
            <a:extLst>
              <a:ext uri="{FF2B5EF4-FFF2-40B4-BE49-F238E27FC236}">
                <a16:creationId xmlns:a16="http://schemas.microsoft.com/office/drawing/2014/main" id="{3469E413-BCF5-4E2F-BE4B-EB617C589F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Add-in_Icon" descr="Icon for Microsoft Power BI.">
            <a:extLst>
              <a:ext uri="{FF2B5EF4-FFF2-40B4-BE49-F238E27FC236}">
                <a16:creationId xmlns:a16="http://schemas.microsoft.com/office/drawing/2014/main" id="{87D43E1C-7B4D-44A2-8E6D-6786349BFB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Add-in content for Microsoft Power BI."/>
              <p:cNvGraphicFramePr>
                <a:graphicFrameLocks noGrp="1"/>
              </p:cNvGraphicFramePr>
              <p:nvPr/>
            </p:nvGraphicFramePr>
            <p:xfrm>
              <a:off x="721012" y="1170879"/>
              <a:ext cx="10749976" cy="5335725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Add-in" descr="Add-in content for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1012" y="1170879"/>
                <a:ext cx="10749976" cy="533572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18595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webextension1.xml><?xml version="1.0" encoding="utf-8"?>
<we:webextension xmlns:we="http://schemas.microsoft.com/office/webextensions/webextension/2010/11" id="{15aa8fa7-588d-4ab4-9386-36e7fcce0246}">
  <we:reference id="WA200003233" version="2.0.0.3" store="en-US" storeType="OMEX"/>
  <we:alternateReferences/>
  <we:properties>
    <we:property name="Microsoft.Office.CampaignId" value="&quot;none&quot;"/>
    <we:property name="artifactViewState" value="&quot;live&quot;"/>
    <we:property name="backgroundColor" value="&quot;#09124F&quot;"/>
    <we:property name="bookmark" value="&quot;H4sIAAAAAAAAA+1YTVPbMBD9KxmdMx3LX7F7g0CnB+gwpMOlw2FtrR2BsT2ynBIy/PeupPAdCqWlJaRH7W5W+/a9ddZeMCG7toL5FzhD9pFtN83pGajTAWdDVjub4HGchh76kBUBRB7wGMjbtFo2dcc+LpgGVaI+kl0PlUlExm/HQwZVdQClORVQdThkLaquqaGSF+iCyaVVj5dDhudt1SgwKScaNJq0MwqnM5XAPwR0I+RaznCCuXZWjxcYQsa9xEswFwFGWURhnQuwla0MMant9eOm1iBrusbYIMdiJJJMiEwgjrI0RWHshaz0MiSb7563itAR5nlrmrMlZlDnFGghKOxcxQu2VZYKS9DL4+4d57ip+rMV9knTqxwPsbCuWks9pzsmvWmcbhQOJlBhN9gBDR1qdkmNO1ANeW3c0mvNn/p62SbPHKfN97FC6qswhmOydLIuqyUNNx356lDloAyiJjuhXhrk9INGCVTbcwt+R6orFvzhPQxvCTghJZOfJwX3Ai8IsiwhUpM0iN8BsdGmEhtdEQs8CXDkh5GfRCmPQy9NvXdAbLypxMZXxOYxERRzGtUoCgGC2A9xrYgd9xR0hmpg/1fvovTfP71PwHckhzxNozDlIfoiSngYZiJbK5LdorJx5D4C25EapeAHWTgSI8RIcBHF8XpN7rOXqOF1+WMylY2SOXF7H8FniQpUPp3v4Qyrh8Ve+x+6roo6AiXdYmyB/RHAy3X/OjW7y/BUtibcsXyrRGaMgxuDcS+BsX1apqfsBfKvaAMfT0Hp+zPg9n2q6+TWRr9stpuMzesuDRlZk4CHgVd4o8z3Rco5xD5s8pS99oPuFxUNF73CfWjX6KH+k1eo5wzi6xLgRB8J4IHgQZoIEYYixpH39Lb/dlQzXO9BfHqLsfWtfJD/1/3v6D4JMyyShOeRD+glSZ6lT69Uf1/3h1iaPOsi/FVb7Eu+qLRy9fLyhjX/CPR/qfhr8RjJW9XfNJPRi2RpFd/0umshxwOo0RbTugwSbRxpCmrhPtqinYcF25M0I462I6h6w5j9GM3sNfa2HxoJoL0EFwAA&quot;"/>
    <we:property name="creatorSessionId" value="&quot;93d8d3b2-f67e-4e20-a3ba-c6146cd04c08&quot;"/>
    <we:property name="creatorTenantId" value="&quot;76a2ae5a-9f00-4f6b-95ed-5d33d77c4d61&quot;"/>
    <we:property name="creatorUserId" value="&quot;100320053E3768E7&quot;"/>
    <we:property name="datasetId" value="&quot;99b13ee4-07ff-4c51-a91e-39b1948230aa&quot;"/>
    <we:property name="embedUrl" value="&quot;/reportEmbed?reportId=8056e580-e0ff-4717-bf8f-e961d4e74b71&amp;config=eyJjbHVzdGVyVXJsIjoiaHR0cHM6Ly9XQUJJLU5PUlRILUVVUk9QRS1DLVBSSU1BUlktcmVkaXJlY3QuYW5hbHlzaXMud2luZG93cy5uZXQiLCJlbWJlZEZlYXR1cmVzIjp7InVzYWdlTWV0cmljc1ZOZXh0Ijp0cnVlfX0%3D&amp;disableSensitivityBanner=true&amp;storytellingChangeViewModeShortcutKeys=true&quot;"/>
    <we:property name="initialStateBookmark" value="&quot;H4sIAAAAAAAAA+1Y207bQBD9lWifo8rrW+y+hUBVCQKIVLxUqBp7J86CY1vrdUpA/HtnbSfcQkNpaQnp456ZzM6ZM+OMfc2ELIsU5ocwRfaR7eT5xRTURYezLsta7Ohof9g/2f922B/uEZwXWuZZyT5eMw0qQX0qywpSE4HAr2ddBml6DIk5jSEtscsKVGWeQSqvsHEmk1YV3nQZXhZprsCEHGnQaMLOyJ3OdDf/4NCNEGs5wxHGukEtPkYXIm4FVoCxcNCLPHIrG4c6s5UuJnR9/SDPNMiMrjEYxDjuiSASIhKIvSgMURh8LFPdukTzvctCETviPC9MVfpiBllMjjUFhWWT8TXrJ4nCBHR73LtnHORpNV2Bj/JKxXiC49qUaanndMeoMoXTucLOCFIsO7ugoUTNbqhwxyona+3XWmv4U5W1ZbLMcZJ/HyikugoDnBFSyixJWxluK/KlYRWDMozy6JxqaZjTD3IlUO3Ma/K7Ui1UsLsPOLwl4sSUIDsOxtxyLMeJooBEDULHfwfCetsqrLcQFnjgYM92PTvwQu67Vhha70BYf1uF9RfCxj4J5HMaVc9zARzfdnGjhB1U5DRF1an/UO+ztN+/vGvoNyK7PAw9N+Qu2sILuOtGItookZtFZevEfYJ2I6oXgu1Ebk/0ED3Bhef7mzW5z16iusv0BwQluZIxafuQwWeJClQ8mR/gDNPHyS7tj02LpE5ByWYxron9EcLtnr8Mze4rPJGFcW9UvpMiM2DnFjDmlhgb0jI9YS9o/5Q28MEElH44A82+T3md39no22I3k7F91aUhIzRwuOtYY6sX2bYIOQffhm2estd+0P1iR8NVpXAIxQY91H/yCvWcQXxdAZqm9wRwR3AnDIRwXeFjz1q/7b+drulu9iCu32Lq/FY+yP/3/e/0feBGOA4CHns2oBUEcRSuX6n+ft+fYGLibErjr9piX/JFpZCrl5c33PNPUP+XHb9sHtPyddffFpPRi2RSd3xe6bKAGI8hwzqZookgsfajnoJMNB9tsZ6Ha3YgaUYa2U4hrYxi5oszq+8gIWWU4jP92+R+AFBK4KYsFwAA&quot;"/>
    <we:property name="isFiltersActionButtonVisible" value="true"/>
    <we:property name="isVisualContainerHeaderHidden" value="false"/>
    <we:property name="pageDisplayName" value="&quot;Sales &amp; Profit Performance Overview&quot;"/>
    <we:property name="pageName" value="&quot;01fe4ab10808ecd3e5b5&quot;"/>
    <we:property name="reportEmbeddedTime" value="&quot;2025-11-07T14:05:35.511Z&quot;"/>
    <we:property name="reportName" value="&quot;Super Store Sales&quot;"/>
    <we:property name="reportState" value="&quot;CONNECTED&quot;"/>
    <we:property name="reportUrl" value="&quot;/groups/me/reports/8056e580-e0ff-4717-bf8f-e961d4e74b71/01fe4ab10808ecd3e5b5?bookmarkGuid=42b5969b-766c-43db-b340-4b779a164235&amp;bookmarkUsage=1&amp;ctid=76a2ae5a-9f00-4f6b-95ed-5d33d77c4d61&amp;fromEntryPoint=export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ed53fc5b-3e4b-4389-b083-c535a288a23e}">
  <we:reference id="WA200003233" version="2.0.0.3" store="en-US" storeType="OMEX"/>
  <we:alternateReferences/>
  <we:properties>
    <we:property name="Microsoft.Office.CampaignId" value="&quot;none&quot;"/>
    <we:property name="artifactViewState" value="&quot;live&quot;"/>
    <we:property name="backgroundColor" value="&quot;#09124F&quot;"/>
    <we:property name="bookmark" value="&quot;H4sIAAAAAAAAA+1X328TMQz+V6q88FJQ7lev3RvrNjQJwUTReEB98CW+W7br5ZTLjZVp/ztO0m5sHAwhhraJt4vt2P4+23F7yaTq2hrW72CFbIftan22AnM2itiYNUE2k2XJZZLzNI6LicwFYExa3Vqlm47tXDILpkJ7rLoeaueIhJ+XYwZ1fQSVO5VQdzhmLZpON1CrrxiMSWVNj1djhhdtrQ04lwsLFp3bczKnM6UQvUooIgirznGBwgYpzNIM84xncZ4JwWXGxZTMumDgMxs0ca59+LluLKiGwjjZNMsTHqVpLqXIueQFn4GTl6q2G5NivX/RGkJHmNetI+e1PIdGoGQegsEuZHzJXleVwQrs5rh/SznXdb8akC90bwR+wNKrGqvsmmIsekec1QZHC6ixG+2BhQ4tuyLijowmrbeb92S0QjM63POqg77ZUJW544n+MjdI3Eq2w6+WJOlUU9WbUtyw8jEgE2AcKl2cEp8OPV3QRqLZXXsC9pTZViIe38Hx2MATWhIVxQzzVJQTjsh5UvA8z55UgTfaO/ii51/cnwIPhS15NJ0ITKBI4wymhUxT8aQKS5+yF3bkX+HbIJO/Ul3nBMsM4ngSOXaKJJ/gdJbcy9KcglbaKEFh7hL1QIMcIq7ZHwDvaiXQ3ILO6E2o/DqpkF56d4nQtSGewu6Ggdtfx9vlQ/1/YPTKX9tsyY4i3I9rzEJWlPeYfTpBg94HLR2pts11eIe+bmPyG8SGg8/m5wxS5GOoe7+RyfFbZQMFl0FMxi/elyWRNiIYbU18vHC3lmGy/H1JcAY4W2npWUXfMMOud6FTwjncDmrY4JTq6Xc7+jrBf9BRSz8J8QwnCU0BvRlRXsIMMYkf4yRsV9obbOhpHhiI8aN8zYZfa/4H89wqnJ+AsU9+VfEwS4P9f92eDzgBP3RSGIQkLWWUTJN0OkunWVSCFMUjHIRFX7z8xVp47lNgVFHo5v8g/P1O8jvOmQz9XtC97VoQeAQNDixAajCgYZL3LEH3/5b5GFRTVdT3Lc2t/Sa5bzibWyShDwAA&quot;"/>
    <we:property name="creatorSessionId" value="&quot;fa665f58-cfeb-4b49-bf95-868e70403823&quot;"/>
    <we:property name="creatorTenantId" value="&quot;76a2ae5a-9f00-4f6b-95ed-5d33d77c4d61&quot;"/>
    <we:property name="creatorUserId" value="&quot;100320053E3768E7&quot;"/>
    <we:property name="datasetId" value="&quot;99b13ee4-07ff-4c51-a91e-39b1948230aa&quot;"/>
    <we:property name="embedUrl" value="&quot;/reportEmbed?reportId=8056e580-e0ff-4717-bf8f-e961d4e74b71&amp;config=eyJjbHVzdGVyVXJsIjoiaHR0cHM6Ly9XQUJJLU5PUlRILUVVUk9QRS1DLVBSSU1BUlktcmVkaXJlY3QuYW5hbHlzaXMud2luZG93cy5uZXQiLCJlbWJlZEZlYXR1cmVzIjp7InVzYWdlTWV0cmljc1ZOZXh0Ijp0cnVlfX0%3D&amp;disableSensitivityBanner=true&amp;storytellingChangeViewModeShortcutKeys=true&quot;"/>
    <we:property name="initialStateBookmark" value="&quot;H4sIAAAAAAAAA+1XS0/bQBD+K9FeuKTVOrZjh1sItKooD5GKSxVV492xWTBea72mpFH+e2fXSVtoKBICKaDesjOTmfm+eckLJlVTlzA/hmtku2xP66trMFe9gPVZtZKdnBwejc8Ovx2Pjw5IrGurdNWw3QWzYAq056ppoXQeSPh11mdQlqdQuFcOZYN9VqNpdAWl+oGdMamsaXHZZ3hbl9qAczm1YNG5vSFzelPs4H1IEUFYdYNTFLaTwiiKMYl5PEhiIbiMuUjJrOkMfGYbTZxrH36iKwuqojBOlsZJyIMoSqQUCZc84yNw8lyVdmWSzQ9ua0PoCPO8dqyM5Q1UAiXzEAw2XcYLNi4KgwXY1fPgjnKiy/Z6g3yqWyPwDHOvqqyyc4oxbR1xVhvsTaHEprcPFhq0bEnEnRpNWm83acnoGk3v075XfWirFVWxe17o7xODxK1ku3w5I0mjqqJcleI3K186ZAKMQ6WzS+LToac/aCPR7M09AfvKrCsx6N/DsW3gCS2JsmyESSTyIUfkPMx4ksSvqsAr7T18wdsv7oPAu8LmPEiHAkPIokEMaSajSLyqwtJP2Qrb8+v3LsjwWarrnGAew2AwDBw7WZgMMR2Fj7I0oaCFNkpQmPtEvdAgdxHn7AnAm1IJNHegM9oJhT8nkuJ5aHUXTGGn19Kr0SNfsM+K2Oh8n0PZOrc7e9AosUMZrTuuO0WU9eUfx8abNz7Ei1Mz8yUdjHAYUjmp+YMkhxFiONjGkq5380esaMdsqGx/K8dy89rhT2jMWuHkAox99TuXuwl4oP9/tecLTsBfndQNQhjlMgjTMEpHURoHOUiRbeEgTNvs3T/221ufAqOyTFf/B+H5O2nmT9Ny8+HTrW1qEHgKFW44gNRgQMMkHzmC7kON+RhUU5WVjx3Ntf0quZ9Eqv5/Yw4AAA==&quot;"/>
    <we:property name="isFiltersActionButtonVisible" value="true"/>
    <we:property name="isVisualContainerHeaderHidden" value="false"/>
    <we:property name="pageDisplayName" value="&quot;Sales, Target &amp; KPIs Report&quot;"/>
    <we:property name="pageName" value="&quot;a945e7505275cc0d50c8&quot;"/>
    <we:property name="reportEmbeddedTime" value="&quot;2025-11-07T14:06:34.632Z&quot;"/>
    <we:property name="reportName" value="&quot;Super Store Sales&quot;"/>
    <we:property name="reportState" value="&quot;CONNECTED&quot;"/>
    <we:property name="reportUrl" value="&quot;/groups/me/reports/8056e580-e0ff-4717-bf8f-e961d4e74b71/a945e7505275cc0d50c8?bookmarkGuid=cbeb798e-1053-408b-bae0-051645b00506&amp;bookmarkUsage=1&amp;ctid=76a2ae5a-9f00-4f6b-95ed-5d33d77c4d61&amp;fromEntryPoint=export&quot;"/>
  </we:properties>
  <we:bindings/>
  <we:snapshot xmlns:r="http://schemas.openxmlformats.org/officeDocument/2006/relationships"/>
</we:webextension>
</file>

<file path=ppt/webextensions/webextension3.xml><?xml version="1.0" encoding="utf-8"?>
<we:webextension xmlns:we="http://schemas.microsoft.com/office/webextensions/webextension/2010/11" id="{21efeb3b-e679-48a5-9aba-fddca55b436f}">
  <we:reference id="WA200003233" version="2.0.0.3" store="en-US" storeType="OMEX"/>
  <we:alternateReferences/>
  <we:properties>
    <we:property name="Microsoft.Office.CampaignId" value="&quot;none&quot;"/>
    <we:property name="artifactViewState" value="&quot;live&quot;"/>
    <we:property name="backgroundColor" value="&quot;#09124F&quot;"/>
    <we:property name="bookmark" value="&quot;H4sIAAAAAAAAA+1ZbW/bNhD+Kwa/dAOEQdSbqXxrnaQb0G5BPWQYhnwgxbOsRhYNisriBv7vO4qy8ybMntsudl0DtuXj6XQvzx2P5zsii3pe8sWvfAbkhLxR6nrG9fWAEo9UjhZMhjSRjMk4DSaChfYbV9XcFKqqyckdMVznYC6LuuGlFYTEv0gmhEwCmfgsoXEkpe/HlFx5hJflBc8tz4SXNXhkDrpWFS+LT+BE4JLRDSw9ArfzUmluHzQ23IB92A2y429UjP4Uoh48M8UNjCEzjjoJRAQijmIWDoc8ijJfRMhWO4ZW314WK7p9/EhVhhcVPsbSAJlDiGSURiFawPws9FsZRWk6FrE4u51rtBk9sZhbl41Q11zpIuMlaa3QUDul78hIlc2svTp7RB+rRmfwASbtUmUKs0BJ48a6xygNgzEvoR6ccsNrMGSJ7rnQClcd37SYz6AyA9k4f7UMU/X3SAMqI8mJv/TW+r2WN7zKkPpUudd5riF3Ap5p+HU071Zb8nlTdWH0n6t/hZS6qPKyg8l9xH53Vk2aqgLrcCU+YrRtbPAWpSXoN4s2PKeFXuEk8J5YsU+mL69WuEbujw+Q2wHLWfP/IelqaZn8lLGEiRS/qJ9FkY+vPU2FwXsl4QhToMS6hZUyuwbpVB2pmVCjKdfme158OVi5fOjd4fYvH0YNMs1AD95ChSHvyYqNsOJdsozLIgPdMT3EE0H5ebs954A7pxWBJs+dEgXU9255fHW52swRdudazdrbul6kxidsNtYjTkffYuOPKWjoMFDJYoXZX574tN4eJu5Hq81Gt6ICl7xs2vYH5b8rjPPEnSPjPa/OYYbav7LMFkP27T48QuNJAkkax9hpJEEaDnkq9hBNrg877Moa75AChosSzm4PvorGDnEeET4FLF2UC4lNbezHGfu86vVzgXDX2XTxDm6gfG7Nev350krrS64L1+13afcFPNJVk7Vo8shJv9n4WX6H6Qc6Eksc3BPscmcZeY9HhOluSXBEXjrli4MpFHiZWVlVPjjt+t7BD2hA/ePmrszb02Z3q26xtzfc3GMdEYxXye6avkREEY0SSgMug2HgC5YkG8vmPiF96y3xJWH9AfL+GcZGTEtVNebbOPDEL3vgWcfAAR8mUcyGCRUy9CGljCUCdgf+QdaPttj+1/LxJ/C+M9d+boMvNIyjT3Pw6OCxXaIfnVtc6ZGpz0XAaRz6EQVg+Ir28Gi8DtWhZPt61PvvLe8ux+WD3Ia398dL7ssPYObSA/dlxmKWsBCozCCkIts8OTpAHNIdcJhxLb89BNLV2HDZP4RVjannPIMLXkHPJBYDzitpPdhet5PYnmml/ROWLNcjyn8At8T0WSweAAA=&quot;"/>
    <we:property name="creatorSessionId" value="&quot;bfdacf9b-4f78-4327-ab3f-3000199b3c83&quot;"/>
    <we:property name="creatorTenantId" value="&quot;76a2ae5a-9f00-4f6b-95ed-5d33d77c4d61&quot;"/>
    <we:property name="creatorUserId" value="&quot;100320053E3768E7&quot;"/>
    <we:property name="datasetId" value="&quot;99b13ee4-07ff-4c51-a91e-39b1948230aa&quot;"/>
    <we:property name="embedUrl" value="&quot;/reportEmbed?reportId=8056e580-e0ff-4717-bf8f-e961d4e74b71&amp;config=eyJjbHVzdGVyVXJsIjoiaHR0cHM6Ly9XQUJJLU5PUlRILUVVUk9QRS1DLVBSSU1BUlktcmVkaXJlY3QuYW5hbHlzaXMud2luZG93cy5uZXQiLCJlbWJlZEZlYXR1cmVzIjp7InVzYWdlTWV0cmljc1ZOZXh0Ijp0cnVlfX0%3D&amp;disableSensitivityBanner=true&amp;storytellingChangeViewModeShortcutKeys=true&quot;"/>
    <we:property name="initialStateBookmark" value="&quot;H4sIAAAAAAAAA+1ZWW/jNhD+KwJftgWEQrQOy3nLOklb7GYTxEWKoggKUhzL3MiiQFFp3MD/vUNRdi5j7brbxq4bIIk8HA3n+OYg/UCErKuCzT6xKZAj8l6p2ynTtx4lPik72sXFh/Pjqw+/fTo+P0WyqoxUZU2OHohhOgdzLeuGFVYCEn+98QkrikuW209jVtTgkwp0rUpWyD/AMeOS0Q3MfQL3VaE0syJHhhmwYu+QHT/j3vS7EHdkmZF3MILMOOq4xyPgcRSnYb/PoigLeIRstWNoNVvJYkW32w9VaZgscRtLA2QOIRLRIAqDmKZBFgatDFmYjoXPTu8rjdahzbPKemWIuuZKy4wVpLVCQ+2UfiBDVTTT9un0GX2kGp3BFYzbpdJIM0NJo8a6xygN3ogVUHsnzLAaDJmjey61wlXHN5HVFErjicb5q2WYqN+HGlAZQY6Cub/U71jcsTJD6kvljvNcQ+4EvNLwn9G8W23JZ03ZhTF4rf4NUmpZ5kUHk8eI/eSsGjdlCdbhin/GaNvY4CtKC9DvZ214TqRe4KTnv7Bil0yf3yxwjdyfnyC3A5az5t9D0s3cMgWDNE1SPsB/NMiiKMCfHU0F71wJOMAUKLBuYaXMbkE4VYdqytVwwrT5Py++HqxcPmSci6QnkiBNaBwJEWB/2MF8GDbINAXtfQ8lhnxFVqyFFeuSZVTIDHTH9BRPBOXnbXvOATunFYEmV04JCfWjW54/XS+aOcLuTKtp+1o3btS4w3pjfeJ0DCw2fp6Ahg4DpZALzP74wqf15jBxH1pt1roVFbhmRdMOOij/ozTOEw+OjO+8O4Mpav/OMlsM2V/3xyc0HieQDOIYJ42kNwj7bMB3EE1uDtvvyhpvkQKG8QJO7/e+isYOcT7hAQUsXZRxgUNtHMRZ+veq1w8S4a6zyewj3EHx2prl+uulhdbXTEs37Xdp9xU80lWTpWjyzEkXNn6W32H6iY7EEr1Hgl3uLCPneESYbJcEB+SlEzbbm0KBj5mVVebeSTf3et+gAfW366cyf0eH3Y2mxZWz4foZ64BgvEh2N/RFcZqmMZ6DQqAig5DybH2b3iWkL893X8Y53QJPGdNijxrk5p5wHVMMAsZ7jMZhEFEAxEEa7eCEtszTfam9G8Zhm6lNqLIx+3b83dwfb3kefgIzVxlhjLWxn1AuwgAGNE0TDttXxr1sMG03/qv95Rdgqw7lu5mrb3RbS1+m5cHBY7NUPzi3uNKT8CiiUUJpj4levxfwNEn2aijb+J7iLc8aV5DLlV8s/Tfb8BfuT96u6y5j0N4a2sVVl7CqMXXFMrhkJay4iUWwsFLY2LXP7U3sittK+yUsaffAYEpewIb8nXJ/AjeBjUc/HgAA&quot;"/>
    <we:property name="isFiltersActionButtonVisible" value="true"/>
    <we:property name="isVisualContainerHeaderHidden" value="false"/>
    <we:property name="pageDisplayName" value="&quot;Operations &amp; Shipping Efficiency&quot;"/>
    <we:property name="pageName" value="&quot;f2b4eb5458377a44c0b4&quot;"/>
    <we:property name="reportEmbeddedTime" value="&quot;2025-11-07T14:07:49.925Z&quot;"/>
    <we:property name="reportName" value="&quot;Super Store Sales&quot;"/>
    <we:property name="reportState" value="&quot;CONNECTED&quot;"/>
    <we:property name="reportUrl" value="&quot;/groups/me/reports/8056e580-e0ff-4717-bf8f-e961d4e74b71/f2b4eb5458377a44c0b4?bookmarkGuid=94014e4c-676e-4c62-8a23-fe334c655b67&amp;bookmarkUsage=1&amp;ctid=76a2ae5a-9f00-4f6b-95ed-5d33d77c4d61&amp;fromEntryPoint=export&quot;"/>
  </we:properties>
  <we:bindings/>
  <we:snapshot xmlns:r="http://schemas.openxmlformats.org/officeDocument/2006/relationships"/>
</we:webextension>
</file>

<file path=ppt/webextensions/webextension4.xml><?xml version="1.0" encoding="utf-8"?>
<we:webextension xmlns:we="http://schemas.microsoft.com/office/webextensions/webextension/2010/11" id="{44d7e92f-6719-432b-9757-22b4e4c90aa1}">
  <we:reference id="WA200003233" version="2.0.0.3" store="en-US" storeType="OMEX"/>
  <we:alternateReferences/>
  <we:properties>
    <we:property name="Microsoft.Office.CampaignId" value="&quot;none&quot;"/>
    <we:property name="artifactViewState" value="&quot;live&quot;"/>
    <we:property name="backgroundColor" value="&quot;#09124F&quot;"/>
    <we:property name="bookmark" value="&quot;H4sIAAAAAAAAA+1ZS3PbNhD+Kx5cks5wMnyIFOlbojgdTxPXtTLpIaMDCCwpJOCjIOhG8ei/dwGQiqvYltumstvooBEBrHa/3f12CUBXhIuulXR1Risgx+RF03ysqPp4FBCP1G4upek0hZAFLIA0zvArznG1abVo6o4cXxFNVQn6neh6Ko0inHy/8AiV8pyWZlRQ2YFHWlBdU1MpPoMTxiWtelh7BD61slHUqJxrqsGovURxHCOE4FmEFinT4hLmwLSbTaNJ4gdZxAqex0ERcT/JUKxzAhbZjSJGtTU/a2pNRY1mzFyUZ3kSTpOoCCY8jYooB27mCyH1IJKvTj61Cr1Dn1etCc4MsZaNEoxKYr1Q0DnQV2TWyL6yTyd/mp83vWJwAYVdqrXQK9Q07014dKPgaE4ldEcvqaYdaLLG8JyrBledHJQV1G562fw+U4AQEKi/9jaonvNLWjOc3Yb0vCwVlFQPw5M9433V10Py4q/hL3CmE3UpB3J8ydNb5xWz+GZLqrThX/4BE23Sgr9rFAf1YmUz81KokSKht+XKY/J/vRgpjdIfrpF24JTz5t8GtbCJEOVS4kcbZR3IMX5on6OCN7S1Jm9R/mzUZuQ7hkZOuYtn1VIlujG64+gnUZuEe+Q1FHo/gb8YnXstsJYdt95R2RtaPZk1qjW9B56grMkL/qACTY3r6BPC62t91tRnvZRPdwXhB7IwiXVN44s7bzb6rq6VZLefFHuEUbYEbj0+1VA5u4KDUSqg+99kziOXZm0grG8a9CjiuI4awyROJjSOsim+y/Jp7Bec7ezzj6mjznoUqkAd/Qg1tr3dndV7wNfVTWC/i76/M0sP2f+/BudqY5LmMJ2Cn8QZJGHiFzlkhz3QP8Y7rG5xwP9uauFW/x/NHsi8F2gW+XmQMZawgk6CJE8eI/c3pWuPbIcKOFTAN6OSq4MpT4uQR3HKeBpG4Bc03V0H/0muPeS+6AJKo+dQAA9ZAJskOObnYQhRAEHKYjadFkUcZ8lO5r9t2jMyHvjs6WS8tsKwv1JNZYWH+7Wuz3/rAX3azsh8XMDnX8aHOzUZFTv99YgjjW+iPLcH+/uH0w2sra244SPvmR76hjdiKgRIToypn/dGxNtB3sk4zBo5Dnybdhei0LSDvx/cX5egYIhtzcXo0ekW/r9w4r9v+K07NJdwh4aRXZv7jX20uC2Yh43KoU9/GyYtLI3X14NKcBtT2gpoet21lME5rV09tk6Pveayl28Uj7x8eLYd+4arJfO3BLE2MKdiKK57yA/g/gAyNCZCWBkAAA==&quot;"/>
    <we:property name="creatorSessionId" value="&quot;56f264b5-17cf-47f7-961a-3e95f1a33c49&quot;"/>
    <we:property name="creatorTenantId" value="&quot;76a2ae5a-9f00-4f6b-95ed-5d33d77c4d61&quot;"/>
    <we:property name="creatorUserId" value="&quot;100320053E3768E7&quot;"/>
    <we:property name="datasetId" value="&quot;99b13ee4-07ff-4c51-a91e-39b1948230aa&quot;"/>
    <we:property name="embedUrl" value="&quot;/reportEmbed?reportId=8056e580-e0ff-4717-bf8f-e961d4e74b71&amp;config=eyJjbHVzdGVyVXJsIjoiaHR0cHM6Ly9XQUJJLU5PUlRILUVVUk9QRS1DLVBSSU1BUlktcmVkaXJlY3QuYW5hbHlzaXMud2luZG93cy5uZXQiLCJlbWJlZEZlYXR1cmVzIjp7InVzYWdlTWV0cmljc1ZOZXh0Ijp0cnVlfX0%3D&amp;disableSensitivityBanner=true&amp;storytellingChangeViewModeShortcutKeys=true&quot;"/>
    <we:property name="initialStateBookmark" value="&quot;H4sIAAAAAAAAA+1YbU/bMBD+K5U/R1NemjThWyllmhgvo4h9mKrJcS4hkMaZ47B1qP99ZztlLLwUTYzCaD/Z5+v5ubvnznauSJLXVUHnB3QGZItsc34xo+Ki5xCLlK3s8HBvf3i89/VguD9GMa9kzsuabF0RSUUG8jSvG1ooCyj8MrUILYojmqlZSosaLFKBqHlJi/wnGGVckqKBhUXgR1VwQZXJiaQSlNlLVMc57u2883BHymR+CRNg0khDrx/YTuSxNIl9J/USO4hQrTYKGtmdKsq03n7ES0nzErdRMi+O4sAdBF7q9JPQS70YEiVP80K2KvF8/KMS6B36PK9UVEaINeMiZ7Qg2gsBtQF9RUa8aGZ6NP5DPuGNYHAMqV4qZS7naGnSqPBILqA3oQXUvR0qaQ2SLDA8R4LjqtGDbAalEZ/x7yMBCAGB2gvrGtUwuaQlQ2kX0jDLBGRUttPxM+Pdbco2ef5t+FOU1HmZFS05fufpxHjFNL7RGRVS8S8+x0SrtOD/uEhAbM91ZnZysaSIa3VceUn+L6ZLSqP2+Q3Stpwy3vxrUNOFWopdFzwHnJD5bDBIU9+PgpXcP+HVASbC6CiV02XBYtx3BZ9p5bal1E38rQF0qpuSyXIBx5+WgwctKRMrHbaIYY2twjyBAuP7+Hiaid6rEzgcJg2TPY0Fl1pMaQ5FQtRWh8/GxPtBtqHoUM42lMOskS3H1mk3IXJV5/j74H4+AwFtbMskX3r0oYO/fvrwa3doXMADFpbsWqjfdPE8PboD83U06ntZ80Ya9YNVs65G3SW8Lls38IM+9b1oEDksHvh2mrCV3folUW3UoNIMRO89lMiH1XcDa40XrrvAvomCWJmldRbGbXCmNvphDIMB2IEfQeAGdhpDtLnFbw6H//Fw6N7iB0mYuonnhywJXQ/slIaruf8qWbbO8+AYMmVnQ/11Uv86Ce2NiEaeHTsRYwFLad8J4uAldv3rQ2vzMNgUwNNSaaofuIubUSW4nOm3MW9kXVEGR7Q0L/XKGMpB6yHDKF6iknasv+V8zLFwTApPadGo7KlPtUTvgUnN22f3I/RbcL8A5sxgy2UWAAA=&quot;"/>
    <we:property name="isFiltersActionButtonVisible" value="true"/>
    <we:property name="isVisualContainerHeaderHidden" value="false"/>
    <we:property name="pageDisplayName" value="&quot;Customer Sales&quot;"/>
    <we:property name="pageName" value="&quot;83460193cfdb51f3d069&quot;"/>
    <we:property name="reportEmbeddedTime" value="&quot;2025-11-07T14:08:43.565Z&quot;"/>
    <we:property name="reportName" value="&quot;Super Store Sales&quot;"/>
    <we:property name="reportState" value="&quot;CONNECTED&quot;"/>
    <we:property name="reportUrl" value="&quot;/groups/me/reports/8056e580-e0ff-4717-bf8f-e961d4e74b71/83460193cfdb51f3d069?bookmarkGuid=00c4f5d3-e062-48cf-af26-361dc173cec6&amp;bookmarkUsage=1&amp;ctid=76a2ae5a-9f00-4f6b-95ed-5d33d77c4d61&amp;fromEntryPoint=export&quot;"/>
  </we:properties>
  <we:bindings/>
  <we:snapshot xmlns:r="http://schemas.openxmlformats.org/officeDocument/2006/relationships"/>
</we:webextension>
</file>

<file path=ppt/webextensions/webextension5.xml><?xml version="1.0" encoding="utf-8"?>
<we:webextension xmlns:we="http://schemas.microsoft.com/office/webextensions/webextension/2010/11" id="{0c058937-4c57-4277-925b-a40250cf688c}">
  <we:reference id="WA200003233" version="2.0.0.3" store="en-US" storeType="OMEX"/>
  <we:alternateReferences/>
  <we:properties>
    <we:property name="Microsoft.Office.CampaignId" value="&quot;none&quot;"/>
    <we:property name="artifactViewState" value="&quot;live&quot;"/>
    <we:property name="backgroundColor" value="&quot;#09124F&quot;"/>
    <we:property name="bookmark" value="&quot;H4sIAAAAAAAAA+VYWY/TMBD+K5VfAClCSZomKW/QBYQ4tNoiXlAfJvY4NeSS4yxbVvvfGdvN3gdCYncplfrgmfGcn8fjHDOh+q6CzSeokb1gr9r2ew36+yRiAWs8jfNMZJBMJZ/GIpoWeTqPidt2RrVNz14cMwO6RPNF9QNUVhERv9K2OIkSORd5lMlcJgXP52wVMKiqfSitjISqx4B1qPu2gUr9RK+CWEYPeBIwPOqqVoM1tDRg0Bo7JHFak2PR8yn5AdyoQ1wiN54KqYRQhlkSinQWi0RkcUpivRdw/l4rYlU784u2MaAaMmNp14ZBdKkqsxUpNq+POk0xUyY2nU3ZS3EIDUfBXAgae+/xMXtZlhpLMNvl6wvMRVsN9TX0ZTtojgcoHasxymzIxnKwiTOtxskSKuwne2CgR8NOKHH7uiWuk9tyHfnN0GzTFNrluv2x0Eh5FZYQnLq/IFLZasWhuhLB33FyMZBQjXryFhuBml31bkWUXjVltQXJWb0+e6dF2wxmsQZtLDiLb1RvWx3a1mpS+WrjCrSn9IiUOLgUwmMqzslqRDZJfzuH3W1tfDT3VYyVq4cq1xX9jVXaYzXmkfwQpOgjdM70DUaeX9Zq9/WcjL4TPr91B1r1Y7bH1XvV2PoH7ANKc78APBiD/aDoqHvIfYFqsGh78gZr0veEBG2xSLpGAzYPtvcth/rpjYnYLp+xlS2y7yNnoXw8VXN87uT191vugHHgaxQu2ncGa29fCbTKFfa7Vb2AHVrGFsEhCXi+Rz7pytI0y1MsIlFInkXhPOfpDlwCs8d1CRxgafX8371/9rC9/7QGHviEdIQ05rmYySmNSwVG8E8B/7QzuAH3YqrjP0AaBy3+IYzdEb6/2CWkszCVM8lTGod5XAiM3R1/WyIMHpmiPbqYCweZiGcJD6VMMctjnubRFP5c2yybZvE8zrMoEzIh1WkW3gnAB5hfx5N5W0d9TOdiuVZdTbf5ZG/w76vJ0z3Y9M/uviF2sxn/fj4edDI/g5nvz3mCU1EICXTQZpgmwItdGEyueZ3uWme+5eXnhtLzkdDbQpfu40c7mL4DjvvQoIuq8xrdSO4eDEADsBgfDzeMv+7Dy/hyod8vmmCMgwYSAAA=&quot;"/>
    <we:property name="creatorSessionId" value="&quot;068a5803-d03c-4fae-b399-02d95f40a401&quot;"/>
    <we:property name="creatorTenantId" value="&quot;76a2ae5a-9f00-4f6b-95ed-5d33d77c4d61&quot;"/>
    <we:property name="creatorUserId" value="&quot;100320053E3768E7&quot;"/>
    <we:property name="datasetId" value="&quot;99b13ee4-07ff-4c51-a91e-39b1948230aa&quot;"/>
    <we:property name="embedUrl" value="&quot;/reportEmbed?reportId=8056e580-e0ff-4717-bf8f-e961d4e74b71&amp;config=eyJjbHVzdGVyVXJsIjoiaHR0cHM6Ly9XQUJJLU5PUlRILUVVUk9QRS1DLVBSSU1BUlktcmVkaXJlY3QuYW5hbHlzaXMud2luZG93cy5uZXQiLCJlbWJlZEZlYXR1cmVzIjp7InVzYWdlTWV0cmljc1ZOZXh0Ijp0cnVlfX0%3D&amp;disableSensitivityBanner=true&amp;storytellingChangeViewModeShortcutKeys=true&quot;"/>
    <we:property name="initialStateBookmark" value="&quot;H4sIAAAAAAAAA+VX30/bMBD+Vyo/bVI0JWmapLyVlu2BwRCdeJnQdLHPwZDGkeOwdoj/feckwIBuICRUfjy1Pl/u/N139zm5YELVVQGrfVgg22LbWp8twJwNAuaxsrd9+7a7Nznc/bk/2dshs66s0mXNti6YBZOjPVJ1A4WLQMYfxx6DojiA3K0kFDV6rEJT6xIK9Rs7Z9qypsFLj+GyKrQBF3JuwaILe07utKbcwachZQRu1TnOkdvOCrEEX/pJ5It4FIpIJGFMbnXn0J5srYsL3aaf6tKCKimNs6URDkUmJIQ8HmEcAc9aX6kK27tkq51lZQgdYV5VrioTcQ4lR8FaCAbr7sQXbJLnBnOw/XLn1uZUF81ijX2uG8PxEGW7VVplV5Rj3rjCWW1wMIcC68EMLNRo2SUV7sBo2m39+t3W/Lkp+zL5bnmif00NUl2FMxyTpVZlXvQ03FTke4eKg3GIdHZKtXTI6QFtBJrtVQt+pswVC6F3B8NLAk5IyTRKhkk4DtMkSISMAp7Eif8gsVMqVq6N4lSeu9w+D4o+44rdJ8x7kf02P1HVAks7mDXd5A4+zGBVf7zDw+gJDSh02djpCRj7itrw8fW4PL5SM3r89C+9uu4BB+/Z24ymg/Z8moiI+1LGmKSkfWkwBBf5vwRZXNpML2+z46JJiEd+LEeSx6S4PMwEhk+P5o9ThDjkqRjJIYl4hgG8Kk2eNuS0QDNob9bbjRC+fWV+AH6nz0kcJ2mMWSAyyZOAOOdv4eJdo3veBq+XQ8xdnPcixv/kZJPae81Bp7ych1EQybFIg0SmMsp4On4Djb/mjXOTjX+tQV+wpHZ95xPgb/jt4x4ZbhTaabipKyOHvP0E1I2tK+B4ACW2p6q6UApbP2ofoDCi/2/c71dFs9NxeARF075e0Dcma3MQqyor8JH+/eH+AEEiVMEeDwAA&quot;"/>
    <we:property name="isFiltersActionButtonVisible" value="true"/>
    <we:property name="isVisualContainerHeaderHidden" value="false"/>
    <we:property name="pageDisplayName" value="&quot;Report&quot;"/>
    <we:property name="reportEmbeddedTime" value="&quot;2025-11-07T13:49:28.845Z&quot;"/>
    <we:property name="reportName" value="&quot;Super Store Sales&quot;"/>
    <we:property name="reportState" value="&quot;CONNECTED&quot;"/>
    <we:property name="reportUrl" value="&quot;/links/JWV0wEI7Br?ctid=76a2ae5a-9f00-4f6b-95ed-5d33d77c4d61&amp;pbi_source=linkShare&amp;fromEntryPoint=share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7329</TotalTime>
  <Words>308</Words>
  <Application>Microsoft Office PowerPoint</Application>
  <PresentationFormat>Widescreen</PresentationFormat>
  <Paragraphs>74</Paragraphs>
  <Slides>22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22</vt:i4>
      </vt:variant>
    </vt:vector>
  </HeadingPairs>
  <TitlesOfParts>
    <vt:vector size="31" baseType="lpstr">
      <vt:lpstr>Aptos</vt:lpstr>
      <vt:lpstr>Aptos Display</vt:lpstr>
      <vt:lpstr>Arial</vt:lpstr>
      <vt:lpstr>Calibri</vt:lpstr>
      <vt:lpstr>Calibri Light</vt:lpstr>
      <vt:lpstr>Elephant</vt:lpstr>
      <vt:lpstr>Segoe UI Light</vt:lpstr>
      <vt:lpstr>Office Theme</vt:lpstr>
      <vt:lpstr>1_Office Theme</vt:lpstr>
      <vt:lpstr> Super Store Sales </vt:lpstr>
      <vt:lpstr>Team Members</vt:lpstr>
      <vt:lpstr>Table of contents</vt:lpstr>
      <vt:lpstr>PowerPoint Presentation</vt:lpstr>
      <vt:lpstr>Cleaning</vt:lpstr>
      <vt:lpstr>Before</vt:lpstr>
      <vt:lpstr>After</vt:lpstr>
      <vt:lpstr>Sales Analysis</vt:lpstr>
      <vt:lpstr>Sales Analysis</vt:lpstr>
      <vt:lpstr>Customer Insights</vt:lpstr>
      <vt:lpstr>Customer Insights</vt:lpstr>
      <vt:lpstr>Product Performance</vt:lpstr>
      <vt:lpstr>Product Performance</vt:lpstr>
      <vt:lpstr>Shipping Analysis</vt:lpstr>
      <vt:lpstr>Shipping Analysis</vt:lpstr>
      <vt:lpstr>Regional Performance</vt:lpstr>
      <vt:lpstr>Regional Performance</vt:lpstr>
      <vt:lpstr>Microsoft Power BI</vt:lpstr>
      <vt:lpstr>Microsoft Power BI</vt:lpstr>
      <vt:lpstr>Microsoft Power BI</vt:lpstr>
      <vt:lpstr>Microsoft Power BI</vt:lpstr>
      <vt:lpstr>Microsoft Power BI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Youssef Mostafa</dc:creator>
  <cp:lastModifiedBy>Ibrahem, Hossam</cp:lastModifiedBy>
  <cp:revision>3</cp:revision>
  <dcterms:created xsi:type="dcterms:W3CDTF">2025-10-07T18:59:40Z</dcterms:created>
  <dcterms:modified xsi:type="dcterms:W3CDTF">2025-11-12T14:18:50Z</dcterms:modified>
</cp:coreProperties>
</file>